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26" r:id="rId1"/>
  </p:sldMasterIdLst>
  <p:notesMasterIdLst>
    <p:notesMasterId r:id="rId33"/>
  </p:notesMasterIdLst>
  <p:sldIdLst>
    <p:sldId id="256" r:id="rId2"/>
    <p:sldId id="309" r:id="rId3"/>
    <p:sldId id="304" r:id="rId4"/>
    <p:sldId id="318" r:id="rId5"/>
    <p:sldId id="330" r:id="rId6"/>
    <p:sldId id="320" r:id="rId7"/>
    <p:sldId id="332" r:id="rId8"/>
    <p:sldId id="331" r:id="rId9"/>
    <p:sldId id="338" r:id="rId10"/>
    <p:sldId id="334" r:id="rId11"/>
    <p:sldId id="365" r:id="rId12"/>
    <p:sldId id="366" r:id="rId13"/>
    <p:sldId id="364" r:id="rId14"/>
    <p:sldId id="360" r:id="rId15"/>
    <p:sldId id="367" r:id="rId16"/>
    <p:sldId id="368" r:id="rId17"/>
    <p:sldId id="373" r:id="rId18"/>
    <p:sldId id="369" r:id="rId19"/>
    <p:sldId id="376" r:id="rId20"/>
    <p:sldId id="371" r:id="rId21"/>
    <p:sldId id="370" r:id="rId22"/>
    <p:sldId id="372" r:id="rId23"/>
    <p:sldId id="374" r:id="rId24"/>
    <p:sldId id="375" r:id="rId25"/>
    <p:sldId id="377" r:id="rId26"/>
    <p:sldId id="378" r:id="rId27"/>
    <p:sldId id="381" r:id="rId28"/>
    <p:sldId id="383" r:id="rId29"/>
    <p:sldId id="382" r:id="rId30"/>
    <p:sldId id="379" r:id="rId31"/>
    <p:sldId id="380" r:id="rId32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39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E1CCB20F-CFE7-4B3E-9296-0F7F0F43A899}"/>
    <pc:docChg chg="addSld delSld modSld sldOrd">
      <pc:chgData name="Guest User" userId="" providerId="Windows Live" clId="Web-{E1CCB20F-CFE7-4B3E-9296-0F7F0F43A899}" dt="2018-03-09T14:51:59.864" v="399"/>
      <pc:docMkLst>
        <pc:docMk/>
      </pc:docMkLst>
    </pc:docChg>
  </pc:docChgLst>
  <pc:docChgLst>
    <pc:chgData name="Guest User" providerId="Windows Live" clId="Web-{97BB0C5F-34C8-4604-861A-E2FDD8AAF349}"/>
    <pc:docChg chg="addSld delSld modSld sldOrd">
      <pc:chgData name="Guest User" userId="" providerId="Windows Live" clId="Web-{97BB0C5F-34C8-4604-861A-E2FDD8AAF349}" dt="2018-03-06T18:52:35.112" v="322"/>
      <pc:docMkLst>
        <pc:docMk/>
      </pc:docMkLst>
    </pc:docChg>
  </pc:docChgLst>
  <pc:docChgLst>
    <pc:chgData name="Guest User" providerId="Windows Live" clId="Web-{CB34909A-B065-4BA5-82B7-B7C75EFA3B59}"/>
    <pc:docChg chg="addSld delSld modSld sldOrd">
      <pc:chgData name="Guest User" userId="" providerId="Windows Live" clId="Web-{CB34909A-B065-4BA5-82B7-B7C75EFA3B59}" dt="2018-03-09T17:50:29.184" v="3061"/>
      <pc:docMkLst>
        <pc:docMk/>
      </pc:docMkLst>
    </pc:docChg>
  </pc:docChgLst>
  <pc:docChgLst>
    <pc:chgData name="Guest User" providerId="Windows Live" clId="Web-{DA163268-4FE5-4F75-8614-45C7D61D423D}"/>
    <pc:docChg chg="addSld modSld sldOrd">
      <pc:chgData name="Guest User" userId="" providerId="Windows Live" clId="Web-{DA163268-4FE5-4F75-8614-45C7D61D423D}" dt="2018-03-09T18:37:38.200" v="709"/>
      <pc:docMkLst>
        <pc:docMk/>
      </pc:docMkLst>
    </pc:docChg>
  </pc:docChgLst>
  <pc:docChgLst>
    <pc:chgData name="Guest User" providerId="Windows Live" clId="Web-{FA06E734-0EEE-4CBC-8B17-AC5A9CC4A0FE}"/>
    <pc:docChg chg="modSld">
      <pc:chgData name="Guest User" userId="" providerId="Windows Live" clId="Web-{FA06E734-0EEE-4CBC-8B17-AC5A9CC4A0FE}" dt="2018-03-24T08:03:42.295" v="4"/>
      <pc:docMkLst>
        <pc:docMk/>
      </pc:docMkLst>
      <pc:sldChg chg="modSp">
        <pc:chgData name="Guest User" userId="" providerId="Windows Live" clId="Web-{FA06E734-0EEE-4CBC-8B17-AC5A9CC4A0FE}" dt="2018-03-24T08:03:40.623" v="2"/>
        <pc:sldMkLst>
          <pc:docMk/>
          <pc:sldMk cId="3632442486" sldId="330"/>
        </pc:sldMkLst>
        <pc:spChg chg="mod">
          <ac:chgData name="Guest User" userId="" providerId="Windows Live" clId="Web-{FA06E734-0EEE-4CBC-8B17-AC5A9CC4A0FE}" dt="2018-03-24T08:03:40.623" v="2"/>
          <ac:spMkLst>
            <pc:docMk/>
            <pc:sldMk cId="3632442486" sldId="330"/>
            <ac:spMk id="2" creationId="{00000000-0000-0000-0000-000000000000}"/>
          </ac:spMkLst>
        </pc:spChg>
      </pc:sldChg>
    </pc:docChg>
  </pc:docChgLst>
  <pc:docChgLst>
    <pc:chgData name="Daniel Moniry-Abyaneh" userId="609528b46dd255ef" providerId="Windows Live" clId="Web-{5FCA9E90-9867-4B94-A6D5-4C4E0479EEB3}"/>
    <pc:docChg chg="modSld">
      <pc:chgData name="Daniel Moniry-Abyaneh" userId="609528b46dd255ef" providerId="Windows Live" clId="Web-{5FCA9E90-9867-4B94-A6D5-4C4E0479EEB3}" dt="2018-03-04T16:28:23.376" v="201"/>
      <pc:docMkLst>
        <pc:docMk/>
      </pc:docMkLst>
      <pc:sldChg chg="modSp">
        <pc:chgData name="Daniel Moniry-Abyaneh" userId="609528b46dd255ef" providerId="Windows Live" clId="Web-{5FCA9E90-9867-4B94-A6D5-4C4E0479EEB3}" dt="2018-03-04T16:27:12.439" v="184"/>
        <pc:sldMkLst>
          <pc:docMk/>
          <pc:sldMk cId="2499791184" sldId="256"/>
        </pc:sldMkLst>
        <pc:spChg chg="mod">
          <ac:chgData name="Daniel Moniry-Abyaneh" userId="609528b46dd255ef" providerId="Windows Live" clId="Web-{5FCA9E90-9867-4B94-A6D5-4C4E0479EEB3}" dt="2018-03-04T16:26:38.720" v="136"/>
          <ac:spMkLst>
            <pc:docMk/>
            <pc:sldMk cId="2499791184" sldId="256"/>
            <ac:spMk id="2" creationId="{00000000-0000-0000-0000-000000000000}"/>
          </ac:spMkLst>
        </pc:spChg>
        <pc:spChg chg="mod">
          <ac:chgData name="Daniel Moniry-Abyaneh" userId="609528b46dd255ef" providerId="Windows Live" clId="Web-{5FCA9E90-9867-4B94-A6D5-4C4E0479EEB3}" dt="2018-03-04T16:27:12.439" v="184"/>
          <ac:spMkLst>
            <pc:docMk/>
            <pc:sldMk cId="2499791184" sldId="256"/>
            <ac:spMk id="3" creationId="{00000000-0000-0000-0000-000000000000}"/>
          </ac:spMkLst>
        </pc:spChg>
      </pc:sldChg>
    </pc:docChg>
  </pc:docChgLst>
  <pc:docChgLst>
    <pc:chgData name="Daniel Moniry-Abyaneh" userId="609528b46dd255ef" providerId="Windows Live" clId="Web-{1DDA9222-060E-40CA-A2E2-D8A4161C9923}"/>
    <pc:docChg chg="addSld modSection">
      <pc:chgData name="Daniel Moniry-Abyaneh" userId="609528b46dd255ef" providerId="Windows Live" clId="Web-{1DDA9222-060E-40CA-A2E2-D8A4161C9923}" dt="2018-03-04T16:01:02.775" v="0"/>
      <pc:docMkLst>
        <pc:docMk/>
      </pc:docMkLst>
    </pc:docChg>
  </pc:docChgLst>
  <pc:docChgLst>
    <pc:chgData name="Guest User" providerId="Windows Live" clId="Web-{0D5D21D6-722E-433A-A348-C07713DB878B}"/>
    <pc:docChg chg="addSld modSld sldOrd">
      <pc:chgData name="Guest User" userId="" providerId="Windows Live" clId="Web-{0D5D21D6-722E-433A-A348-C07713DB878B}" dt="2018-03-16T19:29:43.191" v="668"/>
      <pc:docMkLst>
        <pc:docMk/>
      </pc:docMkLst>
      <pc:sldChg chg="addSp modSp new ord">
        <pc:chgData name="Guest User" userId="" providerId="Windows Live" clId="Web-{0D5D21D6-722E-433A-A348-C07713DB878B}" dt="2018-03-16T19:29:43.191" v="668"/>
        <pc:sldMkLst>
          <pc:docMk/>
          <pc:sldMk cId="1885224316" sldId="360"/>
        </pc:sldMkLst>
        <pc:spChg chg="mod">
          <ac:chgData name="Guest User" userId="" providerId="Windows Live" clId="Web-{0D5D21D6-722E-433A-A348-C07713DB878B}" dt="2018-03-16T19:15:27.749" v="96"/>
          <ac:spMkLst>
            <pc:docMk/>
            <pc:sldMk cId="1885224316" sldId="360"/>
            <ac:spMk id="2" creationId="{F8E82A10-A937-4171-BC97-A5AF54616401}"/>
          </ac:spMkLst>
        </pc:spChg>
        <pc:spChg chg="add mod">
          <ac:chgData name="Guest User" userId="" providerId="Windows Live" clId="Web-{0D5D21D6-722E-433A-A348-C07713DB878B}" dt="2018-03-16T19:29:43.191" v="668"/>
          <ac:spMkLst>
            <pc:docMk/>
            <pc:sldMk cId="1885224316" sldId="360"/>
            <ac:spMk id="4" creationId="{F4C780D8-580F-46FB-AD62-D038A34B8521}"/>
          </ac:spMkLst>
        </pc:spChg>
      </pc:sldChg>
      <pc:sldChg chg="addSp modSp new ord">
        <pc:chgData name="Guest User" userId="" providerId="Windows Live" clId="Web-{0D5D21D6-722E-433A-A348-C07713DB878B}" dt="2018-03-16T19:29:10.066" v="622"/>
        <pc:sldMkLst>
          <pc:docMk/>
          <pc:sldMk cId="162572232" sldId="364"/>
        </pc:sldMkLst>
        <pc:spChg chg="mod">
          <ac:chgData name="Guest User" userId="" providerId="Windows Live" clId="Web-{0D5D21D6-722E-433A-A348-C07713DB878B}" dt="2018-03-16T19:19:50.703" v="217"/>
          <ac:spMkLst>
            <pc:docMk/>
            <pc:sldMk cId="162572232" sldId="364"/>
            <ac:spMk id="2" creationId="{B4054AB0-34B3-4679-9474-2A22E679C274}"/>
          </ac:spMkLst>
        </pc:spChg>
        <pc:spChg chg="add mod">
          <ac:chgData name="Guest User" userId="" providerId="Windows Live" clId="Web-{0D5D21D6-722E-433A-A348-C07713DB878B}" dt="2018-03-16T19:24:03.031" v="617"/>
          <ac:spMkLst>
            <pc:docMk/>
            <pc:sldMk cId="162572232" sldId="364"/>
            <ac:spMk id="3" creationId="{3320ACF4-49C8-438F-ADB0-0F6869E38657}"/>
          </ac:spMkLst>
        </pc:spChg>
      </pc:sldChg>
    </pc:docChg>
  </pc:docChgLst>
  <pc:docChgLst>
    <pc:chgData name="Guest User" providerId="Windows Live" clId="Web-{AB264519-6686-48B9-A5F2-6D5958065C9C}"/>
    <pc:docChg chg="modSld">
      <pc:chgData name="Guest User" userId="" providerId="Windows Live" clId="Web-{AB264519-6686-48B9-A5F2-6D5958065C9C}" dt="2018-03-24T09:54:06.511" v="9"/>
      <pc:docMkLst>
        <pc:docMk/>
      </pc:docMkLst>
      <pc:sldChg chg="modSp">
        <pc:chgData name="Guest User" userId="" providerId="Windows Live" clId="Web-{AB264519-6686-48B9-A5F2-6D5958065C9C}" dt="2018-03-24T09:54:06.511" v="8"/>
        <pc:sldMkLst>
          <pc:docMk/>
          <pc:sldMk cId="162572232" sldId="364"/>
        </pc:sldMkLst>
        <pc:spChg chg="mod">
          <ac:chgData name="Guest User" userId="" providerId="Windows Live" clId="Web-{AB264519-6686-48B9-A5F2-6D5958065C9C}" dt="2018-03-24T09:54:06.511" v="8"/>
          <ac:spMkLst>
            <pc:docMk/>
            <pc:sldMk cId="162572232" sldId="364"/>
            <ac:spMk id="3" creationId="{3320ACF4-49C8-438F-ADB0-0F6869E38657}"/>
          </ac:spMkLst>
        </pc:spChg>
      </pc:sldChg>
    </pc:docChg>
  </pc:docChgLst>
  <pc:docChgLst>
    <pc:chgData name="Guest User" providerId="Windows Live" clId="Web-{EA93B97A-B949-48AD-9C04-89F3562E4AE9}"/>
    <pc:docChg chg="modSld">
      <pc:chgData name="Guest User" userId="" providerId="Windows Live" clId="Web-{EA93B97A-B949-48AD-9C04-89F3562E4AE9}" dt="2018-03-09T21:52:47.203" v="3"/>
      <pc:docMkLst>
        <pc:docMk/>
      </pc:docMkLst>
    </pc:docChg>
  </pc:docChgLst>
  <pc:docChgLst>
    <pc:chgData name="Guest User" providerId="Windows Live" clId="Web-{378AB8DD-AC6C-4A89-8B3E-FAF040AE3624}"/>
    <pc:docChg chg="addSld delSld">
      <pc:chgData name="Guest User" userId="" providerId="Windows Live" clId="Web-{378AB8DD-AC6C-4A89-8B3E-FAF040AE3624}" dt="2018-03-24T10:27:08.121" v="1"/>
      <pc:docMkLst>
        <pc:docMk/>
      </pc:docMkLst>
      <pc:sldChg chg="new del">
        <pc:chgData name="Guest User" userId="" providerId="Windows Live" clId="Web-{378AB8DD-AC6C-4A89-8B3E-FAF040AE3624}" dt="2018-03-24T10:27:08.121" v="1"/>
        <pc:sldMkLst>
          <pc:docMk/>
          <pc:sldMk cId="836705713" sldId="384"/>
        </pc:sldMkLst>
      </pc:sldChg>
    </pc:docChg>
  </pc:docChgLst>
  <pc:docChgLst>
    <pc:chgData name="Daniel Moniry-Abyaneh" userId="609528b46dd255ef" providerId="Windows Live" clId="Web-{553772D0-60E4-4065-9DDA-980A13F83C74}"/>
    <pc:docChg chg="addSld modSld sldOrd">
      <pc:chgData name="Daniel Moniry-Abyaneh" userId="609528b46dd255ef" providerId="Windows Live" clId="Web-{553772D0-60E4-4065-9DDA-980A13F83C74}" dt="2018-03-07T14:00:05.791" v="84"/>
      <pc:docMkLst>
        <pc:docMk/>
      </pc:docMkLst>
    </pc:docChg>
  </pc:docChgLst>
  <pc:docChgLst>
    <pc:chgData name="Guest User" providerId="Windows Live" clId="Web-{EA964A20-C12C-48F7-9DD3-45D1650BD763}"/>
    <pc:docChg chg="modSld">
      <pc:chgData name="Guest User" userId="" providerId="Windows Live" clId="Web-{EA964A20-C12C-48F7-9DD3-45D1650BD763}" dt="2018-03-09T10:56:15.727" v="1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ACFA4-361F-4CE1-8E31-D2599FC815E7}" type="datetimeFigureOut">
              <a:rPr lang="en-US" smtClean="0"/>
              <a:t>28-Mar-18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4834B-C137-4C7F-815C-5C69FAF03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28.03.2018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27" r:id="rId1"/>
    <p:sldLayoutId id="2147484728" r:id="rId2"/>
    <p:sldLayoutId id="2147484729" r:id="rId3"/>
    <p:sldLayoutId id="2147484730" r:id="rId4"/>
    <p:sldLayoutId id="2147484731" r:id="rId5"/>
    <p:sldLayoutId id="2147484732" r:id="rId6"/>
    <p:sldLayoutId id="2147484733" r:id="rId7"/>
    <p:sldLayoutId id="2147484734" r:id="rId8"/>
    <p:sldLayoutId id="2147484735" r:id="rId9"/>
    <p:sldLayoutId id="2147484736" r:id="rId10"/>
    <p:sldLayoutId id="2147484737" r:id="rId11"/>
    <p:sldLayoutId id="2147484738" r:id="rId12"/>
    <p:sldLayoutId id="2147484739" r:id="rId13"/>
    <p:sldLayoutId id="2147484740" r:id="rId14"/>
    <p:sldLayoutId id="2147484741" r:id="rId15"/>
    <p:sldLayoutId id="2147484742" r:id="rId16"/>
    <p:sldLayoutId id="2147484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/>
              <a:t>ASP.NET Core,</a:t>
            </a:r>
            <a:r>
              <a:rPr lang="en-US">
                <a:latin typeface="+mj-ea"/>
                <a:cs typeface="+mj-ea"/>
              </a:rPr>
              <a:t/>
            </a:r>
            <a:br>
              <a:rPr lang="en-US">
                <a:latin typeface="+mj-ea"/>
                <a:cs typeface="+mj-ea"/>
              </a:rPr>
            </a:br>
            <a:r>
              <a:rPr lang="ro-RO" err="1"/>
              <a:t>PEEk</a:t>
            </a:r>
            <a:r>
              <a:rPr lang="ro-RO"/>
              <a:t> </a:t>
            </a:r>
            <a:r>
              <a:rPr lang="ro-RO" err="1"/>
              <a:t>into</a:t>
            </a:r>
            <a:r>
              <a:rPr lang="ro-RO"/>
              <a:t> </a:t>
            </a:r>
            <a:r>
              <a:rPr lang="ro-RO" err="1"/>
              <a:t>the</a:t>
            </a:r>
            <a:r>
              <a:rPr lang="ro-RO"/>
              <a:t> </a:t>
            </a:r>
            <a:r>
              <a:rPr lang="ro-RO" err="1"/>
              <a:t>future</a:t>
            </a:r>
            <a:r>
              <a:rPr lang="ro-RO"/>
              <a:t> 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err="1"/>
              <a:t>By</a:t>
            </a:r>
            <a:r>
              <a:rPr lang="ro-RO"/>
              <a:t> Expert </a:t>
            </a:r>
            <a:r>
              <a:rPr lang="ro-RO" err="1"/>
              <a:t>Network</a:t>
            </a:r>
          </a:p>
          <a:p>
            <a:r>
              <a:rPr lang="ro-RO"/>
              <a:t>@FII Practic</a:t>
            </a:r>
          </a:p>
        </p:txBody>
      </p:sp>
    </p:spTree>
    <p:extLst>
      <p:ext uri="{BB962C8B-B14F-4D97-AF65-F5344CB8AC3E}">
        <p14:creationId xmlns:p14="http://schemas.microsoft.com/office/powerpoint/2010/main" val="249979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Guest(S)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70081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 recap</a:t>
            </a:r>
          </a:p>
        </p:txBody>
      </p:sp>
    </p:spTree>
    <p:extLst>
      <p:ext uri="{BB962C8B-B14F-4D97-AF65-F5344CB8AC3E}">
        <p14:creationId xmlns:p14="http://schemas.microsoft.com/office/powerpoint/2010/main" val="278869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Cascade delete</a:t>
            </a:r>
          </a:p>
        </p:txBody>
      </p:sp>
    </p:spTree>
    <p:extLst>
      <p:ext uri="{BB962C8B-B14F-4D97-AF65-F5344CB8AC3E}">
        <p14:creationId xmlns:p14="http://schemas.microsoft.com/office/powerpoint/2010/main" val="1430602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delete X then delete everything that references X</a:t>
            </a:r>
          </a:p>
        </p:txBody>
      </p:sp>
    </p:spTree>
    <p:extLst>
      <p:ext uri="{BB962C8B-B14F-4D97-AF65-F5344CB8AC3E}">
        <p14:creationId xmlns:p14="http://schemas.microsoft.com/office/powerpoint/2010/main" val="3632442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Cascade (Default on non nullable FKs)</a:t>
            </a:r>
          </a:p>
          <a:p>
            <a:pPr lvl="1"/>
            <a:r>
              <a:rPr lang="en-US" b="1"/>
              <a:t>Dependent entities are deleted</a:t>
            </a:r>
          </a:p>
          <a:p>
            <a:r>
              <a:rPr lang="en-US" b="1"/>
              <a:t>ClientSetNull (Default on non nullable FKs)</a:t>
            </a:r>
          </a:p>
          <a:p>
            <a:pPr lvl="1"/>
            <a:r>
              <a:rPr lang="en-US" b="1"/>
              <a:t>Dependent entities have the FK set to null in the context</a:t>
            </a:r>
          </a:p>
          <a:p>
            <a:r>
              <a:rPr lang="en-US" b="1"/>
              <a:t>SetNull</a:t>
            </a:r>
          </a:p>
          <a:p>
            <a:pPr lvl="1"/>
            <a:r>
              <a:rPr lang="en-US" b="1"/>
              <a:t>Dependent entities have the FK set to null in the context and the DB</a:t>
            </a:r>
          </a:p>
          <a:p>
            <a:r>
              <a:rPr lang="en-US" b="1"/>
              <a:t>Restrict</a:t>
            </a:r>
          </a:p>
          <a:p>
            <a:pPr lvl="1"/>
            <a:r>
              <a:rPr lang="en-US" b="1"/>
              <a:t>Nothing happens to the dependent FKs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56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Diamond Cascade erorrs</a:t>
            </a:r>
          </a:p>
        </p:txBody>
      </p:sp>
      <p:sp>
        <p:nvSpPr>
          <p:cNvPr id="4" name="Oval 3"/>
          <p:cNvSpPr/>
          <p:nvPr/>
        </p:nvSpPr>
        <p:spPr>
          <a:xfrm>
            <a:off x="1325105" y="2027694"/>
            <a:ext cx="1518833" cy="110038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25871" y="723256"/>
            <a:ext cx="1518833" cy="110038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089182" y="2027695"/>
            <a:ext cx="1518833" cy="110038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225871" y="3244312"/>
            <a:ext cx="1518833" cy="110038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514958" y="2393218"/>
            <a:ext cx="113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9035" y="2254719"/>
            <a:ext cx="113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Video</a:t>
            </a:r>
          </a:p>
          <a:p>
            <a:pPr algn="ctr"/>
            <a:r>
              <a:rPr lang="en-US"/>
              <a:t>Playlist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5724" y="3609836"/>
            <a:ext cx="113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Playlist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5724" y="1088780"/>
            <a:ext cx="113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Video</a:t>
            </a:r>
          </a:p>
        </p:txBody>
      </p:sp>
      <p:cxnSp>
        <p:nvCxnSpPr>
          <p:cNvPr id="15" name="Straight Arrow Connector 14"/>
          <p:cNvCxnSpPr>
            <a:stCxn id="8" idx="2"/>
            <a:endCxn id="4" idx="5"/>
          </p:cNvCxnSpPr>
          <p:nvPr/>
        </p:nvCxnSpPr>
        <p:spPr>
          <a:xfrm flipH="1" flipV="1">
            <a:off x="2621510" y="2966927"/>
            <a:ext cx="1604361" cy="8275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6"/>
            <a:endCxn id="7" idx="3"/>
          </p:cNvCxnSpPr>
          <p:nvPr/>
        </p:nvCxnSpPr>
        <p:spPr>
          <a:xfrm flipV="1">
            <a:off x="5744704" y="2966928"/>
            <a:ext cx="1566906" cy="8275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1"/>
            <a:endCxn id="6" idx="6"/>
          </p:cNvCxnSpPr>
          <p:nvPr/>
        </p:nvCxnSpPr>
        <p:spPr>
          <a:xfrm flipH="1" flipV="1">
            <a:off x="5744704" y="1273446"/>
            <a:ext cx="1566906" cy="91539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3"/>
            <a:endCxn id="8" idx="6"/>
          </p:cNvCxnSpPr>
          <p:nvPr/>
        </p:nvCxnSpPr>
        <p:spPr>
          <a:xfrm flipH="1">
            <a:off x="5744704" y="2966928"/>
            <a:ext cx="1566906" cy="8275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6"/>
            <a:endCxn id="7" idx="1"/>
          </p:cNvCxnSpPr>
          <p:nvPr/>
        </p:nvCxnSpPr>
        <p:spPr>
          <a:xfrm>
            <a:off x="5744704" y="1273446"/>
            <a:ext cx="1566906" cy="91539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6" idx="2"/>
            <a:endCxn id="4" idx="7"/>
          </p:cNvCxnSpPr>
          <p:nvPr/>
        </p:nvCxnSpPr>
        <p:spPr>
          <a:xfrm flipH="1">
            <a:off x="2621510" y="1273446"/>
            <a:ext cx="1604361" cy="91539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08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fix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Best thing to do here is to use nullable FKs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public int? Video { set; get; }</a:t>
            </a:r>
          </a:p>
        </p:txBody>
      </p:sp>
    </p:spTree>
    <p:extLst>
      <p:ext uri="{BB962C8B-B14F-4D97-AF65-F5344CB8AC3E}">
        <p14:creationId xmlns:p14="http://schemas.microsoft.com/office/powerpoint/2010/main" val="446056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never Happens?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10378740" cy="3615267"/>
          </a:xfrm>
        </p:spPr>
        <p:txBody>
          <a:bodyPr>
            <a:normAutofit/>
          </a:bodyPr>
          <a:lstStyle/>
          <a:p>
            <a:r>
              <a:rPr lang="en-US" sz="2400" dirty="0"/>
              <a:t>Because we use soft delete</a:t>
            </a:r>
          </a:p>
          <a:p>
            <a:r>
              <a:rPr lang="en-US" sz="2400" dirty="0"/>
              <a:t>This means we have a field </a:t>
            </a:r>
            <a:r>
              <a:rPr lang="en-US" sz="2400" dirty="0" err="1"/>
              <a:t>IsDeleted</a:t>
            </a:r>
            <a:endParaRPr lang="en-US" sz="2400" dirty="0"/>
          </a:p>
          <a:p>
            <a:r>
              <a:rPr lang="en-US" sz="2400" dirty="0"/>
              <a:t>Because we want to keep the users data even if he leaves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2775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REpositories</a:t>
            </a:r>
          </a:p>
        </p:txBody>
      </p:sp>
    </p:spTree>
    <p:extLst>
      <p:ext uri="{BB962C8B-B14F-4D97-AF65-F5344CB8AC3E}">
        <p14:creationId xmlns:p14="http://schemas.microsoft.com/office/powerpoint/2010/main" val="2937165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CRUD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 – Create (insert into a table)</a:t>
            </a:r>
          </a:p>
          <a:p>
            <a:r>
              <a:rPr lang="en-US"/>
              <a:t>R – Read (select data from a table)</a:t>
            </a:r>
          </a:p>
          <a:p>
            <a:r>
              <a:rPr lang="en-US"/>
              <a:t>U – Update (update rows in a table)</a:t>
            </a:r>
          </a:p>
          <a:p>
            <a:r>
              <a:rPr lang="en-US"/>
              <a:t>D – Delete (delete data from a table)</a:t>
            </a:r>
          </a:p>
        </p:txBody>
      </p:sp>
    </p:spTree>
    <p:extLst>
      <p:ext uri="{BB962C8B-B14F-4D97-AF65-F5344CB8AC3E}">
        <p14:creationId xmlns:p14="http://schemas.microsoft.com/office/powerpoint/2010/main" val="293893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Repository</a:t>
            </a:r>
          </a:p>
        </p:txBody>
      </p:sp>
    </p:spTree>
    <p:extLst>
      <p:ext uri="{BB962C8B-B14F-4D97-AF65-F5344CB8AC3E}">
        <p14:creationId xmlns:p14="http://schemas.microsoft.com/office/powerpoint/2010/main" val="632313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054AB0-34B3-4679-9474-2A22E679C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24" y="5067300"/>
            <a:ext cx="9526568" cy="1438275"/>
          </a:xfrm>
        </p:spPr>
        <p:txBody>
          <a:bodyPr/>
          <a:lstStyle/>
          <a:p>
            <a:r>
              <a:rPr lang="en-US" dirty="0"/>
              <a:t>Just add an interface for the 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320ACF4-49C8-438F-ADB0-0F6869E38657}"/>
              </a:ext>
            </a:extLst>
          </p:cNvPr>
          <p:cNvSpPr txBox="1"/>
          <p:nvPr/>
        </p:nvSpPr>
        <p:spPr>
          <a:xfrm>
            <a:off x="2009236" y="1038225"/>
            <a:ext cx="8248527" cy="280076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onsolas"/>
              </a:rPr>
              <a:t>public interface </a:t>
            </a:r>
            <a:r>
              <a:rPr lang="en-US" sz="1600" dirty="0" err="1">
                <a:latin typeface="consolas"/>
              </a:rPr>
              <a:t>IRepository</a:t>
            </a:r>
            <a:r>
              <a:rPr lang="en-US" sz="1600" dirty="0">
                <a:latin typeface="consolas"/>
              </a:rPr>
              <a:t>&lt;T&gt; where T : class</a:t>
            </a:r>
          </a:p>
          <a:p>
            <a:r>
              <a:rPr lang="en-US" sz="1600" dirty="0">
                <a:latin typeface="consolas"/>
              </a:rPr>
              <a:t>{</a:t>
            </a:r>
          </a:p>
          <a:p>
            <a:r>
              <a:rPr lang="en-US" sz="1600" dirty="0">
                <a:latin typeface="consolas"/>
              </a:rPr>
              <a:t>    void Add(T entity);</a:t>
            </a:r>
          </a:p>
          <a:p>
            <a:r>
              <a:rPr lang="en-US" sz="1600" dirty="0">
                <a:latin typeface="consolas"/>
              </a:rPr>
              <a:t>    void Update(T entity);</a:t>
            </a:r>
          </a:p>
          <a:p>
            <a:r>
              <a:rPr lang="en-US" sz="1600" dirty="0">
                <a:latin typeface="consolas"/>
              </a:rPr>
              <a:t>    List&lt;T&gt; </a:t>
            </a:r>
            <a:r>
              <a:rPr lang="en-US" sz="1600" dirty="0" err="1">
                <a:latin typeface="consolas"/>
              </a:rPr>
              <a:t>GetAll</a:t>
            </a:r>
            <a:r>
              <a:rPr lang="en-US" sz="1600" dirty="0">
                <a:latin typeface="consolas"/>
              </a:rPr>
              <a:t>();</a:t>
            </a:r>
          </a:p>
          <a:p>
            <a:r>
              <a:rPr lang="en-US" sz="1600" dirty="0">
                <a:latin typeface="consolas"/>
              </a:rPr>
              <a:t>    void Delete(T entity);</a:t>
            </a:r>
          </a:p>
          <a:p>
            <a:r>
              <a:rPr lang="en-US" sz="1600" dirty="0">
                <a:latin typeface="consolas"/>
              </a:rPr>
              <a:t>    void Delete(</a:t>
            </a:r>
            <a:r>
              <a:rPr lang="en-US" sz="1600" dirty="0" err="1">
                <a:latin typeface="consolas"/>
              </a:rPr>
              <a:t>IEnumerable</a:t>
            </a:r>
            <a:r>
              <a:rPr lang="en-US" sz="1600" dirty="0">
                <a:latin typeface="consolas"/>
              </a:rPr>
              <a:t>&lt;T&gt; entities);</a:t>
            </a:r>
          </a:p>
          <a:p>
            <a:r>
              <a:rPr lang="en-US" sz="1600" dirty="0">
                <a:latin typeface="consolas"/>
              </a:rPr>
              <a:t>    </a:t>
            </a:r>
            <a:r>
              <a:rPr lang="en-US" sz="1600" dirty="0" err="1">
                <a:latin typeface="consolas"/>
              </a:rPr>
              <a:t>IQueryable</a:t>
            </a:r>
            <a:r>
              <a:rPr lang="en-US" sz="1600" dirty="0">
                <a:latin typeface="consolas"/>
              </a:rPr>
              <a:t>&lt;T&gt; Query(Expression&lt;</a:t>
            </a:r>
            <a:r>
              <a:rPr lang="en-US" sz="1600" dirty="0" err="1">
                <a:latin typeface="consolas"/>
              </a:rPr>
              <a:t>Func</a:t>
            </a:r>
            <a:r>
              <a:rPr lang="en-US" sz="1600" dirty="0">
                <a:latin typeface="consolas"/>
              </a:rPr>
              <a:t>&lt;T, bool&gt;&gt; expression);</a:t>
            </a:r>
          </a:p>
          <a:p>
            <a:r>
              <a:rPr lang="en-US" sz="1600" dirty="0">
                <a:latin typeface="consolas"/>
              </a:rPr>
              <a:t>    </a:t>
            </a:r>
            <a:r>
              <a:rPr lang="en-US" sz="1600" dirty="0" err="1">
                <a:latin typeface="consolas"/>
              </a:rPr>
              <a:t>IQueryable</a:t>
            </a:r>
            <a:r>
              <a:rPr lang="en-US" sz="1600" dirty="0">
                <a:latin typeface="consolas"/>
              </a:rPr>
              <a:t>&lt;T&gt; Query();</a:t>
            </a:r>
          </a:p>
          <a:p>
            <a:r>
              <a:rPr lang="en-US" sz="1600" dirty="0">
                <a:latin typeface="consolas"/>
              </a:rPr>
              <a:t>    T </a:t>
            </a:r>
            <a:r>
              <a:rPr lang="en-US" sz="1600" dirty="0" err="1">
                <a:latin typeface="consolas"/>
              </a:rPr>
              <a:t>GetById</a:t>
            </a:r>
            <a:r>
              <a:rPr lang="en-US" sz="1600" dirty="0">
                <a:latin typeface="consolas"/>
              </a:rPr>
              <a:t>(</a:t>
            </a:r>
            <a:r>
              <a:rPr lang="en-US" sz="1600" dirty="0" err="1">
                <a:latin typeface="consolas"/>
              </a:rPr>
              <a:t>int</a:t>
            </a:r>
            <a:r>
              <a:rPr lang="en-US" sz="1600" dirty="0">
                <a:latin typeface="consolas"/>
              </a:rPr>
              <a:t> id);</a:t>
            </a:r>
          </a:p>
          <a:p>
            <a:r>
              <a:rPr lang="en-US" sz="1600" dirty="0"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572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E82A10-A937-4171-BC97-A5AF54616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71" y="5095875"/>
            <a:ext cx="8534400" cy="1507067"/>
          </a:xfrm>
        </p:spPr>
        <p:txBody>
          <a:bodyPr/>
          <a:lstStyle/>
          <a:p>
            <a:r>
              <a:rPr lang="en-US" dirty="0"/>
              <a:t>Generic repository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xmlns="" id="{F4C780D8-580F-46FB-AD62-D038A34B8521}"/>
              </a:ext>
            </a:extLst>
          </p:cNvPr>
          <p:cNvSpPr txBox="1">
            <a:spLocks/>
          </p:cNvSpPr>
          <p:nvPr/>
        </p:nvSpPr>
        <p:spPr>
          <a:xfrm>
            <a:off x="799885" y="285750"/>
            <a:ext cx="8446100" cy="2731496"/>
          </a:xfrm>
          <a:prstGeom prst="rect">
            <a:avLst/>
          </a:prstGeom>
        </p:spPr>
        <p:txBody>
          <a:bodyPr anchor="t"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public class Repository&lt;T&gt; :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IRepository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&lt;T&gt; where T : class</a:t>
            </a: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   private </a:t>
            </a:r>
            <a:r>
              <a:rPr lang="en-US" sz="1600" dirty="0" err="1">
                <a:solidFill>
                  <a:srgbClr val="FFFFFF"/>
                </a:solidFill>
                <a:latin typeface="Consolas"/>
              </a:rPr>
              <a:t>readonly</a:t>
            </a:r>
            <a:r>
              <a:rPr lang="en-US" sz="1600" dirty="0">
                <a:solidFill>
                  <a:srgbClr val="FFFFFF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/>
              </a:rPr>
              <a:t>DbSet</a:t>
            </a:r>
            <a:r>
              <a:rPr lang="en-US" sz="1600" dirty="0">
                <a:solidFill>
                  <a:srgbClr val="FFFFFF"/>
                </a:solidFill>
                <a:latin typeface="Consolas"/>
              </a:rPr>
              <a:t>&lt;T&gt; </a:t>
            </a:r>
            <a:r>
              <a:rPr lang="en-US" sz="1600" dirty="0" err="1">
                <a:solidFill>
                  <a:srgbClr val="FFFFFF"/>
                </a:solidFill>
                <a:latin typeface="Consolas"/>
              </a:rPr>
              <a:t>dbSet</a:t>
            </a:r>
            <a:r>
              <a:rPr lang="en-US" sz="1600" dirty="0">
                <a:solidFill>
                  <a:srgbClr val="FFFFFF"/>
                </a:solidFill>
                <a:latin typeface="Consolas"/>
              </a:rPr>
              <a:t>;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   private readonly TestContext dbContext;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   public Repository(TestContext dbContext)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   {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     this.dbContext = dbContext;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     this.dbContext.Database.EnsureCreated();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     dbSet = dbContext.Set&lt;T&gt;();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   }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    ...</a:t>
            </a:r>
          </a:p>
          <a:p>
            <a:pPr>
              <a:buNone/>
            </a:pPr>
            <a:r>
              <a:rPr lang="en-US" sz="1600"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5224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public void Add(T entity)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dbSet.Add(entity);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public void Update(T entity)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dbSet.Attach(entity);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dbContext.Entry(entity).State = EntityState.Modified;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public List&lt;T&gt; GetAll()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return dbSet.ToList();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public void Delete(T entity)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dbSet.Remove(entity);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5707108" cy="361526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public void Delete(IEnumerable&lt;T&gt; entities)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dbSet.RemoveRange(entities);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public IQueryable&lt;T&gt; Query(Expression&lt;Func&lt;T, bool&gt;&gt; expression)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return dbSet.Where(expression);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public IQueryable&lt;T&gt; Query()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return dbSet.AsQueryable();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public T GetById(int id)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  return dbSet.Find(id);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145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9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BookService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Return all books from a author</a:t>
            </a:r>
          </a:p>
          <a:p>
            <a:r>
              <a:rPr lang="ro-RO" dirty="0"/>
              <a:t>Return all rented books after a particular data (use a DatetimeService)</a:t>
            </a:r>
          </a:p>
        </p:txBody>
      </p:sp>
    </p:spTree>
    <p:extLst>
      <p:ext uri="{BB962C8B-B14F-4D97-AF65-F5344CB8AC3E}">
        <p14:creationId xmlns:p14="http://schemas.microsoft.com/office/powerpoint/2010/main" val="1761149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IOC</a:t>
            </a:r>
            <a:r>
              <a:rPr lang="ro-RO" dirty="0"/>
              <a:t> &amp; 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78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What those letters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IOC – Inversion of control </a:t>
            </a:r>
          </a:p>
          <a:p>
            <a:pPr lvl="1"/>
            <a:r>
              <a:rPr lang="ro-RO" dirty="0"/>
              <a:t>D</a:t>
            </a:r>
            <a:r>
              <a:rPr lang="en-US" dirty="0" err="1"/>
              <a:t>esign</a:t>
            </a:r>
            <a:r>
              <a:rPr lang="en-US" dirty="0"/>
              <a:t> principle in which custom-written portions of a computer program receive the flow of control from a generic framework</a:t>
            </a:r>
            <a:endParaRPr lang="ro-RO" dirty="0"/>
          </a:p>
          <a:p>
            <a:r>
              <a:rPr lang="ro-RO" dirty="0"/>
              <a:t>DI – Dependency Injection</a:t>
            </a:r>
          </a:p>
          <a:p>
            <a:pPr lvl="1"/>
            <a:r>
              <a:rPr lang="ro-RO" dirty="0"/>
              <a:t>T</a:t>
            </a:r>
            <a:r>
              <a:rPr lang="en-US" dirty="0" err="1"/>
              <a:t>echnique</a:t>
            </a:r>
            <a:r>
              <a:rPr lang="en-US" dirty="0"/>
              <a:t> whereby one object (or static method) supplies the dependencies of another object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95376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Open nuget packages manager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4450" y="1221581"/>
            <a:ext cx="473392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70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Microsoft.Extensions.DependencyInjection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717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Something like this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923088"/>
            <a:ext cx="8534400" cy="314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28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How to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992798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var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serviceProvider</a:t>
            </a:r>
            <a:r>
              <a:rPr lang="en-US" sz="1800" dirty="0">
                <a:latin typeface="Consolas" panose="020B0609020204030204" pitchFamily="49" charset="0"/>
              </a:rPr>
              <a:t> = new </a:t>
            </a:r>
            <a:r>
              <a:rPr lang="en-US" sz="1800" dirty="0" err="1">
                <a:latin typeface="Consolas" panose="020B0609020204030204" pitchFamily="49" charset="0"/>
              </a:rPr>
              <a:t>ServiceCollection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ro-RO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latin typeface="Consolas" panose="020B0609020204030204" pitchFamily="49" charset="0"/>
              </a:rPr>
              <a:t>.</a:t>
            </a:r>
            <a:r>
              <a:rPr lang="en-US" sz="1800" dirty="0" err="1">
                <a:latin typeface="Consolas" panose="020B0609020204030204" pitchFamily="49" charset="0"/>
              </a:rPr>
              <a:t>AddTransient</a:t>
            </a:r>
            <a:r>
              <a:rPr lang="en-US" sz="1800" dirty="0">
                <a:latin typeface="Consolas" panose="020B0609020204030204" pitchFamily="49" charset="0"/>
              </a:rPr>
              <a:t>&lt;I</a:t>
            </a:r>
            <a:r>
              <a:rPr lang="ro-RO" sz="1800" dirty="0">
                <a:latin typeface="Consolas" panose="020B0609020204030204" pitchFamily="49" charset="0"/>
              </a:rPr>
              <a:t>Book</a:t>
            </a:r>
            <a:r>
              <a:rPr lang="en-US" sz="1800" dirty="0">
                <a:latin typeface="Consolas" panose="020B0609020204030204" pitchFamily="49" charset="0"/>
              </a:rPr>
              <a:t>Service, </a:t>
            </a:r>
            <a:r>
              <a:rPr lang="ro-RO" sz="1800" dirty="0">
                <a:latin typeface="Consolas" panose="020B0609020204030204" pitchFamily="49" charset="0"/>
              </a:rPr>
              <a:t>Book</a:t>
            </a:r>
            <a:r>
              <a:rPr lang="en-US" sz="1800" dirty="0">
                <a:latin typeface="Consolas" panose="020B0609020204030204" pitchFamily="49" charset="0"/>
              </a:rPr>
              <a:t>Service&gt;()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AddSingleton</a:t>
            </a:r>
            <a:r>
              <a:rPr lang="en-US" dirty="0">
                <a:latin typeface="Consolas" panose="020B0609020204030204" pitchFamily="49" charset="0"/>
              </a:rPr>
              <a:t>&lt;I</a:t>
            </a:r>
            <a:r>
              <a:rPr lang="ro-RO" dirty="0">
                <a:latin typeface="Consolas" panose="020B0609020204030204" pitchFamily="49" charset="0"/>
              </a:rPr>
              <a:t>DateTime</a:t>
            </a:r>
            <a:r>
              <a:rPr lang="en-US" dirty="0">
                <a:latin typeface="Consolas" panose="020B0609020204030204" pitchFamily="49" charset="0"/>
              </a:rPr>
              <a:t>Service, </a:t>
            </a:r>
            <a:r>
              <a:rPr lang="ro-RO" dirty="0">
                <a:latin typeface="Consolas" panose="020B0609020204030204" pitchFamily="49" charset="0"/>
              </a:rPr>
              <a:t>DateTime</a:t>
            </a:r>
            <a:r>
              <a:rPr lang="en-US" dirty="0">
                <a:latin typeface="Consolas" panose="020B0609020204030204" pitchFamily="49" charset="0"/>
              </a:rPr>
              <a:t>Service&gt;()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BuildServiceProvider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ro-RO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ro-RO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//somewhere else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var book</a:t>
            </a:r>
            <a:r>
              <a:rPr lang="en-US" dirty="0">
                <a:latin typeface="Consolas" panose="020B0609020204030204" pitchFamily="49" charset="0"/>
              </a:rPr>
              <a:t>Service </a:t>
            </a:r>
            <a:r>
              <a:rPr lang="ro-RO" dirty="0">
                <a:latin typeface="Consolas" panose="020B0609020204030204" pitchFamily="49" charset="0"/>
              </a:rPr>
              <a:t>= serviceProvider.GetService&lt;IBookService&gt;();</a:t>
            </a:r>
          </a:p>
        </p:txBody>
      </p:sp>
    </p:spTree>
    <p:extLst>
      <p:ext uri="{BB962C8B-B14F-4D97-AF65-F5344CB8AC3E}">
        <p14:creationId xmlns:p14="http://schemas.microsoft.com/office/powerpoint/2010/main" val="2411428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DI Lifestyles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r>
              <a:rPr lang="ro-RO" smtClean="0"/>
              <a:t>Transient</a:t>
            </a:r>
            <a:endParaRPr lang="en-US" smtClean="0"/>
          </a:p>
          <a:p>
            <a:r>
              <a:rPr lang="ro-RO" smtClean="0"/>
              <a:t>Singleton</a:t>
            </a:r>
            <a:endParaRPr lang="en-US" smtClean="0"/>
          </a:p>
          <a:p>
            <a:r>
              <a:rPr lang="ro-RO"/>
              <a:t>Instance (not really a </a:t>
            </a:r>
            <a:r>
              <a:rPr lang="ro-RO"/>
              <a:t>lifestyle</a:t>
            </a:r>
            <a:r>
              <a:rPr lang="ro-RO" smtClean="0"/>
              <a:t>)</a:t>
            </a:r>
            <a:endParaRPr lang="ro-RO" dirty="0"/>
          </a:p>
          <a:p>
            <a:r>
              <a:rPr lang="ro-RO" smtClean="0"/>
              <a:t>Scoped</a:t>
            </a:r>
            <a:r>
              <a:rPr lang="en-US" smtClean="0"/>
              <a:t> (we will talk more about this when we use a web app)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43863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Will we need to add a entry for all Generic Repository values?</a:t>
            </a:r>
          </a:p>
        </p:txBody>
      </p:sp>
    </p:spTree>
    <p:extLst>
      <p:ext uri="{BB962C8B-B14F-4D97-AF65-F5344CB8AC3E}">
        <p14:creationId xmlns:p14="http://schemas.microsoft.com/office/powerpoint/2010/main" val="780279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1" y="685800"/>
            <a:ext cx="10031011" cy="361526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serviceProvider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= new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ServiceCollection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.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AddTransient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IBookService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BookService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&gt;()</a:t>
            </a:r>
          </a:p>
          <a:p>
            <a:pPr marL="0" indent="0">
              <a:buNone/>
            </a:pPr>
            <a:r>
              <a:rPr lang="ro-RO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AddSingleton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IDateTimeService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DateTimeService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&gt;()</a:t>
            </a:r>
            <a:endParaRPr lang="ro-RO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AddTransient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typeof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IRepository</a:t>
            </a:r>
            <a:r>
              <a:rPr lang="en-US" dirty="0">
                <a:latin typeface="Consolas" panose="020B0609020204030204" pitchFamily="49" charset="0"/>
              </a:rPr>
              <a:t>&lt;&gt;), </a:t>
            </a:r>
            <a:r>
              <a:rPr lang="en-US" dirty="0" err="1">
                <a:latin typeface="Consolas" panose="020B0609020204030204" pitchFamily="49" charset="0"/>
              </a:rPr>
              <a:t>typeof</a:t>
            </a:r>
            <a:r>
              <a:rPr lang="en-US" dirty="0">
                <a:latin typeface="Consolas" panose="020B0609020204030204" pitchFamily="49" charset="0"/>
              </a:rPr>
              <a:t>(Repository&lt;&gt;))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BuildServiceProvider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ro-RO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243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How about the dbContext?</a:t>
            </a:r>
          </a:p>
        </p:txBody>
      </p:sp>
    </p:spTree>
    <p:extLst>
      <p:ext uri="{BB962C8B-B14F-4D97-AF65-F5344CB8AC3E}">
        <p14:creationId xmlns:p14="http://schemas.microsoft.com/office/powerpoint/2010/main" val="1853709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Make sure you have this package in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Microsoft.EntityFrameworkCore</a:t>
            </a:r>
          </a:p>
        </p:txBody>
      </p:sp>
    </p:spTree>
    <p:extLst>
      <p:ext uri="{BB962C8B-B14F-4D97-AF65-F5344CB8AC3E}">
        <p14:creationId xmlns:p14="http://schemas.microsoft.com/office/powerpoint/2010/main" val="3857835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It should look like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9902222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var serviceProvider = new ServiceCollection()</a:t>
            </a:r>
          </a:p>
          <a:p>
            <a:pPr marL="0" indent="0">
              <a:buNone/>
            </a:pPr>
            <a:r>
              <a:rPr lang="ro-RO" sz="18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               .AddTransient&lt;IDatetimeService, DatetimeService&gt;()</a:t>
            </a:r>
          </a:p>
          <a:p>
            <a:pPr marL="0" indent="0">
              <a:buNone/>
            </a:pPr>
            <a:r>
              <a:rPr lang="ro-RO" sz="18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               .AddTransient(typeof(IRepository&lt;&gt;), typeof(Repository&lt;&gt;))</a:t>
            </a:r>
          </a:p>
          <a:p>
            <a:pPr marL="0" indent="0">
              <a:buNone/>
            </a:pPr>
            <a:r>
              <a:rPr lang="ro-RO" sz="1800" dirty="0">
                <a:latin typeface="Consolas" panose="020B0609020204030204" pitchFamily="49" charset="0"/>
              </a:rPr>
              <a:t>                .AddDbContext&lt;DbContext&gt;()</a:t>
            </a:r>
          </a:p>
          <a:p>
            <a:pPr marL="0" indent="0">
              <a:buNone/>
            </a:pPr>
            <a:r>
              <a:rPr lang="ro-RO" sz="1800" dirty="0">
                <a:latin typeface="Consolas" panose="020B0609020204030204" pitchFamily="49" charset="0"/>
              </a:rPr>
              <a:t>                </a:t>
            </a:r>
            <a:r>
              <a:rPr lang="ro-RO" sz="18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.BuildServiceProvider();</a:t>
            </a:r>
          </a:p>
        </p:txBody>
      </p:sp>
    </p:spTree>
    <p:extLst>
      <p:ext uri="{BB962C8B-B14F-4D97-AF65-F5344CB8AC3E}">
        <p14:creationId xmlns:p14="http://schemas.microsoft.com/office/powerpoint/2010/main" val="573066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Let’s put everything together</a:t>
            </a:r>
          </a:p>
        </p:txBody>
      </p:sp>
    </p:spTree>
    <p:extLst>
      <p:ext uri="{BB962C8B-B14F-4D97-AF65-F5344CB8AC3E}">
        <p14:creationId xmlns:p14="http://schemas.microsoft.com/office/powerpoint/2010/main" val="1999507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And if we have some time we will web</a:t>
            </a:r>
          </a:p>
        </p:txBody>
      </p:sp>
    </p:spTree>
    <p:extLst>
      <p:ext uri="{BB962C8B-B14F-4D97-AF65-F5344CB8AC3E}">
        <p14:creationId xmlns:p14="http://schemas.microsoft.com/office/powerpoint/2010/main" val="1159877643"/>
      </p:ext>
    </p:extLst>
  </p:cSld>
  <p:clrMapOvr>
    <a:masterClrMapping/>
  </p:clrMapOvr>
</p:sld>
</file>

<file path=ppt/theme/theme1.xml><?xml version="1.0" encoding="utf-8"?>
<a:theme xmlns:a="http://schemas.openxmlformats.org/drawingml/2006/main" name="1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3331</TotalTime>
  <Words>512</Words>
  <Application>Microsoft Office PowerPoint</Application>
  <PresentationFormat>Custom</PresentationFormat>
  <Paragraphs>150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1_Sector</vt:lpstr>
      <vt:lpstr>ASP.NET Core, PEEk into the future </vt:lpstr>
      <vt:lpstr>Guest(S)</vt:lpstr>
      <vt:lpstr>Short recap</vt:lpstr>
      <vt:lpstr>Cascade delete</vt:lpstr>
      <vt:lpstr>If delete X then delete everything that references X</vt:lpstr>
      <vt:lpstr>Types Of Delete</vt:lpstr>
      <vt:lpstr>Diamond Cascade erorrs</vt:lpstr>
      <vt:lpstr>How to fix it?</vt:lpstr>
      <vt:lpstr>Why this never Happens?</vt:lpstr>
      <vt:lpstr>REpositories</vt:lpstr>
      <vt:lpstr>What is a CRUD</vt:lpstr>
      <vt:lpstr>Generic Repository</vt:lpstr>
      <vt:lpstr>Just add an interface for the future</vt:lpstr>
      <vt:lpstr>Generic repository</vt:lpstr>
      <vt:lpstr>Implementation</vt:lpstr>
      <vt:lpstr>Services</vt:lpstr>
      <vt:lpstr>BookService</vt:lpstr>
      <vt:lpstr>IOC &amp; DI</vt:lpstr>
      <vt:lpstr>What those letters mean?</vt:lpstr>
      <vt:lpstr>Open nuget packages manager</vt:lpstr>
      <vt:lpstr>Add the package</vt:lpstr>
      <vt:lpstr>Something like this</vt:lpstr>
      <vt:lpstr>How to use it</vt:lpstr>
      <vt:lpstr>DI Lifestyles</vt:lpstr>
      <vt:lpstr>Will we need to add a entry for all Generic Repository values?</vt:lpstr>
      <vt:lpstr>Nope</vt:lpstr>
      <vt:lpstr>How about the dbContext?</vt:lpstr>
      <vt:lpstr>Make sure you have this package in the project</vt:lpstr>
      <vt:lpstr>It should look like this</vt:lpstr>
      <vt:lpstr>Let’s put everything together</vt:lpstr>
      <vt:lpstr>And if we have some time we will web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/>
  <cp:lastModifiedBy>Daniel Moniry</cp:lastModifiedBy>
  <cp:revision>166</cp:revision>
  <dcterms:created xsi:type="dcterms:W3CDTF">2012-08-15T22:34:51Z</dcterms:created>
  <dcterms:modified xsi:type="dcterms:W3CDTF">2018-03-28T15:14:44Z</dcterms:modified>
</cp:coreProperties>
</file>