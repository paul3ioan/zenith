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62" r:id="rId1"/>
    <p:sldMasterId id="2147484780" r:id="rId2"/>
  </p:sldMasterIdLst>
  <p:notesMasterIdLst>
    <p:notesMasterId r:id="rId39"/>
  </p:notesMasterIdLst>
  <p:sldIdLst>
    <p:sldId id="256" r:id="rId3"/>
    <p:sldId id="309" r:id="rId4"/>
    <p:sldId id="423" r:id="rId5"/>
    <p:sldId id="424" r:id="rId6"/>
    <p:sldId id="425" r:id="rId7"/>
    <p:sldId id="422" r:id="rId8"/>
    <p:sldId id="421" r:id="rId9"/>
    <p:sldId id="412" r:id="rId10"/>
    <p:sldId id="413" r:id="rId11"/>
    <p:sldId id="426" r:id="rId12"/>
    <p:sldId id="428" r:id="rId13"/>
    <p:sldId id="427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41" r:id="rId22"/>
    <p:sldId id="450" r:id="rId23"/>
    <p:sldId id="436" r:id="rId24"/>
    <p:sldId id="442" r:id="rId25"/>
    <p:sldId id="447" r:id="rId26"/>
    <p:sldId id="448" r:id="rId27"/>
    <p:sldId id="437" r:id="rId28"/>
    <p:sldId id="440" r:id="rId29"/>
    <p:sldId id="443" r:id="rId30"/>
    <p:sldId id="444" r:id="rId31"/>
    <p:sldId id="445" r:id="rId32"/>
    <p:sldId id="446" r:id="rId33"/>
    <p:sldId id="438" r:id="rId34"/>
    <p:sldId id="449" r:id="rId35"/>
    <p:sldId id="451" r:id="rId36"/>
    <p:sldId id="452" r:id="rId37"/>
    <p:sldId id="439" r:id="rId38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fd98b2f48b61e251" providerId="Windows Live" clId="Web-{25AED6AB-8FAF-4E26-9FA0-9D391AD0B945}"/>
    <pc:docChg chg="addSld delSld modSld sldOrd">
      <pc:chgData name="Guest User" userId="fd98b2f48b61e251" providerId="Windows Live" clId="Web-{25AED6AB-8FAF-4E26-9FA0-9D391AD0B945}" dt="2018-03-29T16:55:42.906" v="1386"/>
      <pc:docMkLst>
        <pc:docMk/>
      </pc:docMkLst>
      <pc:sldChg chg="addSp delSp modSp add ord replId">
        <pc:chgData name="Guest User" userId="fd98b2f48b61e251" providerId="Windows Live" clId="Web-{25AED6AB-8FAF-4E26-9FA0-9D391AD0B945}" dt="2018-03-29T15:57:15.872" v="41"/>
        <pc:sldMkLst>
          <pc:docMk/>
          <pc:sldMk cId="40177978" sldId="393"/>
        </pc:sldMkLst>
        <pc:spChg chg="mod">
          <ac:chgData name="Guest User" userId="fd98b2f48b61e251" providerId="Windows Live" clId="Web-{25AED6AB-8FAF-4E26-9FA0-9D391AD0B945}" dt="2018-03-29T15:57:08.153" v="33"/>
          <ac:spMkLst>
            <pc:docMk/>
            <pc:sldMk cId="40177978" sldId="393"/>
            <ac:spMk id="2" creationId="{00000000-0000-0000-0000-000000000000}"/>
          </ac:spMkLst>
        </pc:spChg>
        <pc:spChg chg="del mod">
          <ac:chgData name="Guest User" userId="fd98b2f48b61e251" providerId="Windows Live" clId="Web-{25AED6AB-8FAF-4E26-9FA0-9D391AD0B945}" dt="2018-03-29T15:57:10.966" v="38"/>
          <ac:spMkLst>
            <pc:docMk/>
            <pc:sldMk cId="40177978" sldId="393"/>
            <ac:spMk id="3" creationId="{00000000-0000-0000-0000-000000000000}"/>
          </ac:spMkLst>
        </pc:spChg>
        <pc:spChg chg="add mod">
          <ac:chgData name="Guest User" userId="fd98b2f48b61e251" providerId="Windows Live" clId="Web-{25AED6AB-8FAF-4E26-9FA0-9D391AD0B945}" dt="2018-03-29T15:57:15.872" v="41"/>
          <ac:spMkLst>
            <pc:docMk/>
            <pc:sldMk cId="40177978" sldId="393"/>
            <ac:spMk id="5" creationId="{279A7DA3-3947-4345-9DFB-5F6214DB6C4F}"/>
          </ac:spMkLst>
        </pc:spChg>
      </pc:sldChg>
      <pc:sldChg chg="modSp new">
        <pc:chgData name="Guest User" userId="fd98b2f48b61e251" providerId="Windows Live" clId="Web-{25AED6AB-8FAF-4E26-9FA0-9D391AD0B945}" dt="2018-03-29T15:59:07.935" v="130"/>
        <pc:sldMkLst>
          <pc:docMk/>
          <pc:sldMk cId="2093862750" sldId="394"/>
        </pc:sldMkLst>
        <pc:spChg chg="mod">
          <ac:chgData name="Guest User" userId="fd98b2f48b61e251" providerId="Windows Live" clId="Web-{25AED6AB-8FAF-4E26-9FA0-9D391AD0B945}" dt="2018-03-29T15:58:14.716" v="65"/>
          <ac:spMkLst>
            <pc:docMk/>
            <pc:sldMk cId="2093862750" sldId="394"/>
            <ac:spMk id="2" creationId="{83AC3293-8032-4472-B512-FD60177F3D19}"/>
          </ac:spMkLst>
        </pc:spChg>
        <pc:spChg chg="mod">
          <ac:chgData name="Guest User" userId="fd98b2f48b61e251" providerId="Windows Live" clId="Web-{25AED6AB-8FAF-4E26-9FA0-9D391AD0B945}" dt="2018-03-29T15:59:07.935" v="130"/>
          <ac:spMkLst>
            <pc:docMk/>
            <pc:sldMk cId="2093862750" sldId="394"/>
            <ac:spMk id="3" creationId="{7FFCA19A-8432-4BDF-8F80-93FACA595152}"/>
          </ac:spMkLst>
        </pc:spChg>
      </pc:sldChg>
      <pc:sldChg chg="modSp new">
        <pc:chgData name="Guest User" userId="fd98b2f48b61e251" providerId="Windows Live" clId="Web-{25AED6AB-8FAF-4E26-9FA0-9D391AD0B945}" dt="2018-03-29T16:01:29.717" v="317"/>
        <pc:sldMkLst>
          <pc:docMk/>
          <pc:sldMk cId="1870883420" sldId="395"/>
        </pc:sldMkLst>
        <pc:spChg chg="mod">
          <ac:chgData name="Guest User" userId="fd98b2f48b61e251" providerId="Windows Live" clId="Web-{25AED6AB-8FAF-4E26-9FA0-9D391AD0B945}" dt="2018-03-29T15:59:19.107" v="137"/>
          <ac:spMkLst>
            <pc:docMk/>
            <pc:sldMk cId="1870883420" sldId="395"/>
            <ac:spMk id="2" creationId="{9B38AEEF-CD97-4931-BC3E-69309FD3B1FC}"/>
          </ac:spMkLst>
        </pc:spChg>
        <pc:spChg chg="mod">
          <ac:chgData name="Guest User" userId="fd98b2f48b61e251" providerId="Windows Live" clId="Web-{25AED6AB-8FAF-4E26-9FA0-9D391AD0B945}" dt="2018-03-29T16:01:29.717" v="317"/>
          <ac:spMkLst>
            <pc:docMk/>
            <pc:sldMk cId="1870883420" sldId="395"/>
            <ac:spMk id="3" creationId="{1D64380C-C26D-4923-AD3C-355D57A38906}"/>
          </ac:spMkLst>
        </pc:spChg>
      </pc:sldChg>
      <pc:sldChg chg="modSp new">
        <pc:chgData name="Guest User" userId="fd98b2f48b61e251" providerId="Windows Live" clId="Web-{25AED6AB-8FAF-4E26-9FA0-9D391AD0B945}" dt="2018-03-29T16:17:43.710" v="415"/>
        <pc:sldMkLst>
          <pc:docMk/>
          <pc:sldMk cId="3288712808" sldId="396"/>
        </pc:sldMkLst>
        <pc:spChg chg="mod">
          <ac:chgData name="Guest User" userId="fd98b2f48b61e251" providerId="Windows Live" clId="Web-{25AED6AB-8FAF-4E26-9FA0-9D391AD0B945}" dt="2018-03-29T16:16:37.851" v="333"/>
          <ac:spMkLst>
            <pc:docMk/>
            <pc:sldMk cId="3288712808" sldId="396"/>
            <ac:spMk id="2" creationId="{4FE373B7-F378-4414-A5DB-D2E26253B899}"/>
          </ac:spMkLst>
        </pc:spChg>
        <pc:spChg chg="mod">
          <ac:chgData name="Guest User" userId="fd98b2f48b61e251" providerId="Windows Live" clId="Web-{25AED6AB-8FAF-4E26-9FA0-9D391AD0B945}" dt="2018-03-29T16:17:43.710" v="415"/>
          <ac:spMkLst>
            <pc:docMk/>
            <pc:sldMk cId="3288712808" sldId="396"/>
            <ac:spMk id="3" creationId="{12013CA0-E0DF-4586-BB80-6403E6782A5D}"/>
          </ac:spMkLst>
        </pc:spChg>
      </pc:sldChg>
      <pc:sldChg chg="modSp new">
        <pc:chgData name="Guest User" userId="fd98b2f48b61e251" providerId="Windows Live" clId="Web-{25AED6AB-8FAF-4E26-9FA0-9D391AD0B945}" dt="2018-03-29T16:21:12.571" v="581"/>
        <pc:sldMkLst>
          <pc:docMk/>
          <pc:sldMk cId="1488355642" sldId="397"/>
        </pc:sldMkLst>
        <pc:spChg chg="mod">
          <ac:chgData name="Guest User" userId="fd98b2f48b61e251" providerId="Windows Live" clId="Web-{25AED6AB-8FAF-4E26-9FA0-9D391AD0B945}" dt="2018-03-29T16:21:12.571" v="581"/>
          <ac:spMkLst>
            <pc:docMk/>
            <pc:sldMk cId="1488355642" sldId="397"/>
            <ac:spMk id="2" creationId="{DAA1266D-804B-4E28-BB81-A22C447262E4}"/>
          </ac:spMkLst>
        </pc:spChg>
        <pc:spChg chg="mod">
          <ac:chgData name="Guest User" userId="fd98b2f48b61e251" providerId="Windows Live" clId="Web-{25AED6AB-8FAF-4E26-9FA0-9D391AD0B945}" dt="2018-03-29T16:21:05.712" v="575"/>
          <ac:spMkLst>
            <pc:docMk/>
            <pc:sldMk cId="1488355642" sldId="397"/>
            <ac:spMk id="3" creationId="{A0AD4D61-E159-4627-B9ED-50B4E2949615}"/>
          </ac:spMkLst>
        </pc:spChg>
      </pc:sldChg>
      <pc:sldChg chg="modSp new">
        <pc:chgData name="Guest User" userId="fd98b2f48b61e251" providerId="Windows Live" clId="Web-{25AED6AB-8FAF-4E26-9FA0-9D391AD0B945}" dt="2018-03-29T16:22:18.962" v="658"/>
        <pc:sldMkLst>
          <pc:docMk/>
          <pc:sldMk cId="2995019548" sldId="398"/>
        </pc:sldMkLst>
        <pc:spChg chg="mod">
          <ac:chgData name="Guest User" userId="fd98b2f48b61e251" providerId="Windows Live" clId="Web-{25AED6AB-8FAF-4E26-9FA0-9D391AD0B945}" dt="2018-03-29T16:21:29.399" v="589"/>
          <ac:spMkLst>
            <pc:docMk/>
            <pc:sldMk cId="2995019548" sldId="398"/>
            <ac:spMk id="2" creationId="{FFDA9067-8AAE-40BB-BA4B-5D7EFB2EBA35}"/>
          </ac:spMkLst>
        </pc:spChg>
        <pc:spChg chg="mod">
          <ac:chgData name="Guest User" userId="fd98b2f48b61e251" providerId="Windows Live" clId="Web-{25AED6AB-8FAF-4E26-9FA0-9D391AD0B945}" dt="2018-03-29T16:22:18.962" v="658"/>
          <ac:spMkLst>
            <pc:docMk/>
            <pc:sldMk cId="2995019548" sldId="398"/>
            <ac:spMk id="3" creationId="{7146CD04-E21D-4DF5-9103-048DD837DA96}"/>
          </ac:spMkLst>
        </pc:spChg>
      </pc:sldChg>
      <pc:sldChg chg="modSp new">
        <pc:chgData name="Guest User" userId="fd98b2f48b61e251" providerId="Windows Live" clId="Web-{25AED6AB-8FAF-4E26-9FA0-9D391AD0B945}" dt="2018-03-29T16:26:22.026" v="838"/>
        <pc:sldMkLst>
          <pc:docMk/>
          <pc:sldMk cId="2100093031" sldId="399"/>
        </pc:sldMkLst>
        <pc:spChg chg="mod">
          <ac:chgData name="Guest User" userId="fd98b2f48b61e251" providerId="Windows Live" clId="Web-{25AED6AB-8FAF-4E26-9FA0-9D391AD0B945}" dt="2018-03-29T16:22:47.962" v="676"/>
          <ac:spMkLst>
            <pc:docMk/>
            <pc:sldMk cId="2100093031" sldId="399"/>
            <ac:spMk id="2" creationId="{12715D73-D10A-4B44-AEED-D189D926B011}"/>
          </ac:spMkLst>
        </pc:spChg>
        <pc:spChg chg="mod">
          <ac:chgData name="Guest User" userId="fd98b2f48b61e251" providerId="Windows Live" clId="Web-{25AED6AB-8FAF-4E26-9FA0-9D391AD0B945}" dt="2018-03-29T16:26:22.026" v="838"/>
          <ac:spMkLst>
            <pc:docMk/>
            <pc:sldMk cId="2100093031" sldId="399"/>
            <ac:spMk id="3" creationId="{DB27D4CC-1726-46BC-B042-EC29E698A3BC}"/>
          </ac:spMkLst>
        </pc:spChg>
      </pc:sldChg>
      <pc:sldChg chg="modSp new">
        <pc:chgData name="Guest User" userId="fd98b2f48b61e251" providerId="Windows Live" clId="Web-{25AED6AB-8FAF-4E26-9FA0-9D391AD0B945}" dt="2018-03-29T16:28:28.011" v="936"/>
        <pc:sldMkLst>
          <pc:docMk/>
          <pc:sldMk cId="1778163941" sldId="400"/>
        </pc:sldMkLst>
        <pc:spChg chg="mod">
          <ac:chgData name="Guest User" userId="fd98b2f48b61e251" providerId="Windows Live" clId="Web-{25AED6AB-8FAF-4E26-9FA0-9D391AD0B945}" dt="2018-03-29T16:27:05.776" v="848"/>
          <ac:spMkLst>
            <pc:docMk/>
            <pc:sldMk cId="1778163941" sldId="400"/>
            <ac:spMk id="2" creationId="{3B81DEE5-2D49-4D4A-AFDB-DA75BFAE1AB0}"/>
          </ac:spMkLst>
        </pc:spChg>
        <pc:spChg chg="mod">
          <ac:chgData name="Guest User" userId="fd98b2f48b61e251" providerId="Windows Live" clId="Web-{25AED6AB-8FAF-4E26-9FA0-9D391AD0B945}" dt="2018-03-29T16:28:28.011" v="936"/>
          <ac:spMkLst>
            <pc:docMk/>
            <pc:sldMk cId="1778163941" sldId="400"/>
            <ac:spMk id="3" creationId="{746D6768-0135-433F-B253-5AC8A9A741E7}"/>
          </ac:spMkLst>
        </pc:spChg>
      </pc:sldChg>
      <pc:sldChg chg="modSp new">
        <pc:chgData name="Guest User" userId="fd98b2f48b61e251" providerId="Windows Live" clId="Web-{25AED6AB-8FAF-4E26-9FA0-9D391AD0B945}" dt="2018-03-29T16:30:36.497" v="1068"/>
        <pc:sldMkLst>
          <pc:docMk/>
          <pc:sldMk cId="124102710" sldId="401"/>
        </pc:sldMkLst>
        <pc:spChg chg="mod">
          <ac:chgData name="Guest User" userId="fd98b2f48b61e251" providerId="Windows Live" clId="Web-{25AED6AB-8FAF-4E26-9FA0-9D391AD0B945}" dt="2018-03-29T16:28:56.653" v="947"/>
          <ac:spMkLst>
            <pc:docMk/>
            <pc:sldMk cId="124102710" sldId="401"/>
            <ac:spMk id="2" creationId="{E3FC51B8-3FC1-45DD-A28D-263DAC50785F}"/>
          </ac:spMkLst>
        </pc:spChg>
        <pc:spChg chg="mod">
          <ac:chgData name="Guest User" userId="fd98b2f48b61e251" providerId="Windows Live" clId="Web-{25AED6AB-8FAF-4E26-9FA0-9D391AD0B945}" dt="2018-03-29T16:30:36.497" v="1068"/>
          <ac:spMkLst>
            <pc:docMk/>
            <pc:sldMk cId="124102710" sldId="401"/>
            <ac:spMk id="3" creationId="{5DB08FFC-F4F8-4C93-A914-E36AF13662AA}"/>
          </ac:spMkLst>
        </pc:spChg>
      </pc:sldChg>
      <pc:sldChg chg="addSp modSp new">
        <pc:chgData name="Guest User" userId="fd98b2f48b61e251" providerId="Windows Live" clId="Web-{25AED6AB-8FAF-4E26-9FA0-9D391AD0B945}" dt="2018-03-29T16:34:51.174" v="1179"/>
        <pc:sldMkLst>
          <pc:docMk/>
          <pc:sldMk cId="3552992404" sldId="402"/>
        </pc:sldMkLst>
        <pc:spChg chg="mod">
          <ac:chgData name="Guest User" userId="fd98b2f48b61e251" providerId="Windows Live" clId="Web-{25AED6AB-8FAF-4E26-9FA0-9D391AD0B945}" dt="2018-03-29T16:34:51.174" v="1179"/>
          <ac:spMkLst>
            <pc:docMk/>
            <pc:sldMk cId="3552992404" sldId="402"/>
            <ac:spMk id="2" creationId="{9DD10608-4B19-4562-948A-7A8B18147495}"/>
          </ac:spMkLst>
        </pc:spChg>
        <pc:spChg chg="mod">
          <ac:chgData name="Guest User" userId="fd98b2f48b61e251" providerId="Windows Live" clId="Web-{25AED6AB-8FAF-4E26-9FA0-9D391AD0B945}" dt="2018-03-29T16:34:24.362" v="1168"/>
          <ac:spMkLst>
            <pc:docMk/>
            <pc:sldMk cId="3552992404" sldId="402"/>
            <ac:spMk id="3" creationId="{1F714294-3D92-4E97-9970-11105294FA72}"/>
          </ac:spMkLst>
        </pc:spChg>
        <pc:spChg chg="add mod">
          <ac:chgData name="Guest User" userId="fd98b2f48b61e251" providerId="Windows Live" clId="Web-{25AED6AB-8FAF-4E26-9FA0-9D391AD0B945}" dt="2018-03-29T16:34:39.299" v="1176"/>
          <ac:spMkLst>
            <pc:docMk/>
            <pc:sldMk cId="3552992404" sldId="402"/>
            <ac:spMk id="5" creationId="{A301676D-A9CF-4975-8950-E382114BAADA}"/>
          </ac:spMkLst>
        </pc:spChg>
      </pc:sldChg>
      <pc:sldChg chg="modSp new">
        <pc:chgData name="Guest User" userId="fd98b2f48b61e251" providerId="Windows Live" clId="Web-{25AED6AB-8FAF-4E26-9FA0-9D391AD0B945}" dt="2018-03-29T16:41:38.114" v="1295"/>
        <pc:sldMkLst>
          <pc:docMk/>
          <pc:sldMk cId="4027941693" sldId="403"/>
        </pc:sldMkLst>
        <pc:spChg chg="mod">
          <ac:chgData name="Guest User" userId="fd98b2f48b61e251" providerId="Windows Live" clId="Web-{25AED6AB-8FAF-4E26-9FA0-9D391AD0B945}" dt="2018-03-29T16:40:32.786" v="1201"/>
          <ac:spMkLst>
            <pc:docMk/>
            <pc:sldMk cId="4027941693" sldId="403"/>
            <ac:spMk id="2" creationId="{0D54657B-4FE8-4961-A6A5-7F1841382E5B}"/>
          </ac:spMkLst>
        </pc:spChg>
        <pc:spChg chg="mod">
          <ac:chgData name="Guest User" userId="fd98b2f48b61e251" providerId="Windows Live" clId="Web-{25AED6AB-8FAF-4E26-9FA0-9D391AD0B945}" dt="2018-03-29T16:41:38.114" v="1295"/>
          <ac:spMkLst>
            <pc:docMk/>
            <pc:sldMk cId="4027941693" sldId="403"/>
            <ac:spMk id="3" creationId="{550F7457-DCAE-4A06-91B5-7445B13A14EA}"/>
          </ac:spMkLst>
        </pc:spChg>
      </pc:sldChg>
      <pc:sldChg chg="modSp new">
        <pc:chgData name="Guest User" userId="fd98b2f48b61e251" providerId="Windows Live" clId="Web-{25AED6AB-8FAF-4E26-9FA0-9D391AD0B945}" dt="2018-03-29T16:47:40.443" v="1361"/>
        <pc:sldMkLst>
          <pc:docMk/>
          <pc:sldMk cId="3006257960" sldId="404"/>
        </pc:sldMkLst>
        <pc:spChg chg="mod">
          <ac:chgData name="Guest User" userId="fd98b2f48b61e251" providerId="Windows Live" clId="Web-{25AED6AB-8FAF-4E26-9FA0-9D391AD0B945}" dt="2018-03-29T16:41:56.364" v="1309"/>
          <ac:spMkLst>
            <pc:docMk/>
            <pc:sldMk cId="3006257960" sldId="404"/>
            <ac:spMk id="2" creationId="{7310C31A-DCC4-4E8E-BB8C-0F75C651E7D6}"/>
          </ac:spMkLst>
        </pc:spChg>
        <pc:spChg chg="mod">
          <ac:chgData name="Guest User" userId="fd98b2f48b61e251" providerId="Windows Live" clId="Web-{25AED6AB-8FAF-4E26-9FA0-9D391AD0B945}" dt="2018-03-29T16:47:40.443" v="1361"/>
          <ac:spMkLst>
            <pc:docMk/>
            <pc:sldMk cId="3006257960" sldId="404"/>
            <ac:spMk id="3" creationId="{B8D9A33F-EB94-4A74-A7E7-C0EDF2C53B70}"/>
          </ac:spMkLst>
        </pc:spChg>
      </pc:sldChg>
      <pc:sldChg chg="modSp new">
        <pc:chgData name="Guest User" userId="fd98b2f48b61e251" providerId="Windows Live" clId="Web-{25AED6AB-8FAF-4E26-9FA0-9D391AD0B945}" dt="2018-03-29T16:55:42.906" v="1385"/>
        <pc:sldMkLst>
          <pc:docMk/>
          <pc:sldMk cId="3195233200" sldId="405"/>
        </pc:sldMkLst>
        <pc:spChg chg="mod">
          <ac:chgData name="Guest User" userId="fd98b2f48b61e251" providerId="Windows Live" clId="Web-{25AED6AB-8FAF-4E26-9FA0-9D391AD0B945}" dt="2018-03-29T16:55:39.875" v="1380"/>
          <ac:spMkLst>
            <pc:docMk/>
            <pc:sldMk cId="3195233200" sldId="405"/>
            <ac:spMk id="2" creationId="{12E1A024-4306-4DAD-B1A6-9EFEA2172ED0}"/>
          </ac:spMkLst>
        </pc:spChg>
        <pc:spChg chg="mod">
          <ac:chgData name="Guest User" userId="fd98b2f48b61e251" providerId="Windows Live" clId="Web-{25AED6AB-8FAF-4E26-9FA0-9D391AD0B945}" dt="2018-03-29T16:55:42.906" v="1385"/>
          <ac:spMkLst>
            <pc:docMk/>
            <pc:sldMk cId="3195233200" sldId="405"/>
            <ac:spMk id="3" creationId="{A402DD87-5425-4E01-95CC-414742121A44}"/>
          </ac:spMkLst>
        </pc:spChg>
      </pc:sldChg>
    </pc:docChg>
  </pc:docChgLst>
  <pc:docChgLst>
    <pc:chgData name="Guest User" providerId="Windows Live" clId="Web-{E1CCB20F-CFE7-4B3E-9296-0F7F0F43A899}"/>
    <pc:docChg chg="addSld delSld modSld sldOrd">
      <pc:chgData name="Guest User" userId="" providerId="Windows Live" clId="Web-{E1CCB20F-CFE7-4B3E-9296-0F7F0F43A899}" dt="2018-03-09T14:51:59.864" v="399"/>
      <pc:docMkLst>
        <pc:docMk/>
      </pc:docMkLst>
    </pc:docChg>
  </pc:docChgLst>
  <pc:docChgLst>
    <pc:chgData name="Guest User" userId="fd98b2f48b61e251" providerId="Windows Live" clId="Web-{4D11386E-700E-419C-9D31-75AF6A39FF00}"/>
    <pc:docChg chg="addSld delSld modSld">
      <pc:chgData name="Guest User" userId="fd98b2f48b61e251" providerId="Windows Live" clId="Web-{4D11386E-700E-419C-9D31-75AF6A39FF00}" dt="2018-03-29T16:56:53.377" v="10"/>
      <pc:docMkLst>
        <pc:docMk/>
      </pc:docMkLst>
      <pc:sldChg chg="addSp modSp">
        <pc:chgData name="Guest User" userId="fd98b2f48b61e251" providerId="Windows Live" clId="Web-{4D11386E-700E-419C-9D31-75AF6A39FF00}" dt="2018-03-29T16:56:30.095" v="6"/>
        <pc:sldMkLst>
          <pc:docMk/>
          <pc:sldMk cId="3195233200" sldId="405"/>
        </pc:sldMkLst>
        <pc:spChg chg="mod">
          <ac:chgData name="Guest User" userId="fd98b2f48b61e251" providerId="Windows Live" clId="Web-{4D11386E-700E-419C-9D31-75AF6A39FF00}" dt="2018-03-29T16:56:30.095" v="6"/>
          <ac:spMkLst>
            <pc:docMk/>
            <pc:sldMk cId="3195233200" sldId="405"/>
            <ac:spMk id="2" creationId="{12E1A024-4306-4DAD-B1A6-9EFEA2172ED0}"/>
          </ac:spMkLst>
        </pc:spChg>
        <pc:picChg chg="add mod">
          <ac:chgData name="Guest User" userId="fd98b2f48b61e251" providerId="Windows Live" clId="Web-{4D11386E-700E-419C-9D31-75AF6A39FF00}" dt="2018-03-29T16:56:24.907" v="5"/>
          <ac:picMkLst>
            <pc:docMk/>
            <pc:sldMk cId="3195233200" sldId="405"/>
            <ac:picMk id="4" creationId="{BAB3ED35-D649-4BED-8AAB-CDE35D8B9D73}"/>
          </ac:picMkLst>
        </pc:picChg>
      </pc:sldChg>
      <pc:sldChg chg="modSp add replId">
        <pc:chgData name="Guest User" userId="fd98b2f48b61e251" providerId="Windows Live" clId="Web-{4D11386E-700E-419C-9D31-75AF6A39FF00}" dt="2018-03-29T16:56:53.377" v="10"/>
        <pc:sldMkLst>
          <pc:docMk/>
          <pc:sldMk cId="82441915" sldId="407"/>
        </pc:sldMkLst>
        <pc:picChg chg="mod">
          <ac:chgData name="Guest User" userId="fd98b2f48b61e251" providerId="Windows Live" clId="Web-{4D11386E-700E-419C-9D31-75AF6A39FF00}" dt="2018-03-29T16:56:53.377" v="10"/>
          <ac:picMkLst>
            <pc:docMk/>
            <pc:sldMk cId="82441915" sldId="407"/>
            <ac:picMk id="4" creationId="{BAB3ED35-D649-4BED-8AAB-CDE35D8B9D73}"/>
          </ac:picMkLst>
        </pc:picChg>
      </pc:sldChg>
    </pc:docChg>
  </pc:docChgLst>
  <pc:docChgLst>
    <pc:chgData name="Guest User" providerId="Windows Live" clId="Web-{CE23E4F8-B810-4138-B6A2-A0E77B5A26ED}"/>
    <pc:docChg chg="addSld modSld">
      <pc:chgData name="Guest User" userId="" providerId="Windows Live" clId="Web-{CE23E4F8-B810-4138-B6A2-A0E77B5A26ED}" dt="2018-04-20T16:04:54.760" v="1987"/>
      <pc:docMkLst>
        <pc:docMk/>
      </pc:docMkLst>
      <pc:sldChg chg="modSp new">
        <pc:chgData name="Guest User" userId="" providerId="Windows Live" clId="Web-{CE23E4F8-B810-4138-B6A2-A0E77B5A26ED}" dt="2018-04-20T15:30:46.994" v="31"/>
        <pc:sldMkLst>
          <pc:docMk/>
          <pc:sldMk cId="1569760505" sldId="436"/>
        </pc:sldMkLst>
        <pc:spChg chg="mod">
          <ac:chgData name="Guest User" userId="" providerId="Windows Live" clId="Web-{CE23E4F8-B810-4138-B6A2-A0E77B5A26ED}" dt="2018-04-20T15:30:46.994" v="31"/>
          <ac:spMkLst>
            <pc:docMk/>
            <pc:sldMk cId="1569760505" sldId="436"/>
            <ac:spMk id="2" creationId="{499B430E-D7E4-41E1-80EF-19EA152C344F}"/>
          </ac:spMkLst>
        </pc:spChg>
      </pc:sldChg>
      <pc:sldChg chg="modSp new">
        <pc:chgData name="Guest User" userId="" providerId="Windows Live" clId="Web-{CE23E4F8-B810-4138-B6A2-A0E77B5A26ED}" dt="2018-04-20T15:40:54.314" v="65"/>
        <pc:sldMkLst>
          <pc:docMk/>
          <pc:sldMk cId="1335956643" sldId="437"/>
        </pc:sldMkLst>
        <pc:spChg chg="mod">
          <ac:chgData name="Guest User" userId="" providerId="Windows Live" clId="Web-{CE23E4F8-B810-4138-B6A2-A0E77B5A26ED}" dt="2018-04-20T15:30:57.291" v="37"/>
          <ac:spMkLst>
            <pc:docMk/>
            <pc:sldMk cId="1335956643" sldId="437"/>
            <ac:spMk id="2" creationId="{0E52F2BE-17D6-46FA-A585-7B5B3E7DBD52}"/>
          </ac:spMkLst>
        </pc:spChg>
        <pc:spChg chg="mod">
          <ac:chgData name="Guest User" userId="" providerId="Windows Live" clId="Web-{CE23E4F8-B810-4138-B6A2-A0E77B5A26ED}" dt="2018-04-20T15:40:54.314" v="65"/>
          <ac:spMkLst>
            <pc:docMk/>
            <pc:sldMk cId="1335956643" sldId="437"/>
            <ac:spMk id="3" creationId="{5247D89F-14A6-4C15-8FBF-6852DB4E021F}"/>
          </ac:spMkLst>
        </pc:spChg>
      </pc:sldChg>
      <pc:sldChg chg="modSp new">
        <pc:chgData name="Guest User" userId="" providerId="Windows Live" clId="Web-{CE23E4F8-B810-4138-B6A2-A0E77B5A26ED}" dt="2018-04-20T15:58:00.664" v="1213"/>
        <pc:sldMkLst>
          <pc:docMk/>
          <pc:sldMk cId="9688355" sldId="438"/>
        </pc:sldMkLst>
        <pc:spChg chg="mod">
          <ac:chgData name="Guest User" userId="" providerId="Windows Live" clId="Web-{CE23E4F8-B810-4138-B6A2-A0E77B5A26ED}" dt="2018-04-20T15:31:14.712" v="54"/>
          <ac:spMkLst>
            <pc:docMk/>
            <pc:sldMk cId="9688355" sldId="438"/>
            <ac:spMk id="2" creationId="{E1501EB3-CFE7-4625-A93B-C0F3EB48A48C}"/>
          </ac:spMkLst>
        </pc:spChg>
        <pc:spChg chg="mod">
          <ac:chgData name="Guest User" userId="" providerId="Windows Live" clId="Web-{CE23E4F8-B810-4138-B6A2-A0E77B5A26ED}" dt="2018-04-20T15:58:00.664" v="1213"/>
          <ac:spMkLst>
            <pc:docMk/>
            <pc:sldMk cId="9688355" sldId="438"/>
            <ac:spMk id="3" creationId="{0EE26DC6-99CB-4933-8285-6C59B3BAEE64}"/>
          </ac:spMkLst>
        </pc:spChg>
      </pc:sldChg>
      <pc:sldChg chg="modSp new">
        <pc:chgData name="Guest User" userId="" providerId="Windows Live" clId="Web-{CE23E4F8-B810-4138-B6A2-A0E77B5A26ED}" dt="2018-04-20T15:32:38.525" v="62"/>
        <pc:sldMkLst>
          <pc:docMk/>
          <pc:sldMk cId="2621922519" sldId="439"/>
        </pc:sldMkLst>
        <pc:spChg chg="mod">
          <ac:chgData name="Guest User" userId="" providerId="Windows Live" clId="Web-{CE23E4F8-B810-4138-B6A2-A0E77B5A26ED}" dt="2018-04-20T15:32:38.525" v="62"/>
          <ac:spMkLst>
            <pc:docMk/>
            <pc:sldMk cId="2621922519" sldId="439"/>
            <ac:spMk id="2" creationId="{DE3262AF-A7F2-4D4E-AA43-309546D36633}"/>
          </ac:spMkLst>
        </pc:spChg>
      </pc:sldChg>
      <pc:sldChg chg="modSp new">
        <pc:chgData name="Guest User" userId="" providerId="Windows Live" clId="Web-{CE23E4F8-B810-4138-B6A2-A0E77B5A26ED}" dt="2018-04-20T15:42:25.377" v="326"/>
        <pc:sldMkLst>
          <pc:docMk/>
          <pc:sldMk cId="4173789030" sldId="440"/>
        </pc:sldMkLst>
        <pc:spChg chg="mod">
          <ac:chgData name="Guest User" userId="" providerId="Windows Live" clId="Web-{CE23E4F8-B810-4138-B6A2-A0E77B5A26ED}" dt="2018-04-20T15:41:00.501" v="71"/>
          <ac:spMkLst>
            <pc:docMk/>
            <pc:sldMk cId="4173789030" sldId="440"/>
            <ac:spMk id="2" creationId="{9589B5E2-0FA7-4A26-9FE4-39FE7E99B38F}"/>
          </ac:spMkLst>
        </pc:spChg>
        <pc:spChg chg="mod">
          <ac:chgData name="Guest User" userId="" providerId="Windows Live" clId="Web-{CE23E4F8-B810-4138-B6A2-A0E77B5A26ED}" dt="2018-04-20T15:42:25.377" v="326"/>
          <ac:spMkLst>
            <pc:docMk/>
            <pc:sldMk cId="4173789030" sldId="440"/>
            <ac:spMk id="3" creationId="{E2FC4F2C-CD3D-472D-BB43-A63CBF544055}"/>
          </ac:spMkLst>
        </pc:spChg>
      </pc:sldChg>
      <pc:sldChg chg="modSp">
        <pc:chgData name="Guest User" userId="" providerId="Windows Live" clId="Web-{CE23E4F8-B810-4138-B6A2-A0E77B5A26ED}" dt="2018-04-20T15:58:11.946" v="1218"/>
        <pc:sldMkLst>
          <pc:docMk/>
          <pc:sldMk cId="4253665223" sldId="442"/>
        </pc:sldMkLst>
        <pc:spChg chg="mod">
          <ac:chgData name="Guest User" userId="" providerId="Windows Live" clId="Web-{CE23E4F8-B810-4138-B6A2-A0E77B5A26ED}" dt="2018-04-20T15:58:11.946" v="1218"/>
          <ac:spMkLst>
            <pc:docMk/>
            <pc:sldMk cId="4253665223" sldId="442"/>
            <ac:spMk id="3" creationId="{00000000-0000-0000-0000-000000000000}"/>
          </ac:spMkLst>
        </pc:spChg>
      </pc:sldChg>
      <pc:sldChg chg="modSp new">
        <pc:chgData name="Guest User" userId="" providerId="Windows Live" clId="Web-{CE23E4F8-B810-4138-B6A2-A0E77B5A26ED}" dt="2018-04-20T15:46:03.802" v="782"/>
        <pc:sldMkLst>
          <pc:docMk/>
          <pc:sldMk cId="1104929109" sldId="443"/>
        </pc:sldMkLst>
        <pc:spChg chg="mod">
          <ac:chgData name="Guest User" userId="" providerId="Windows Live" clId="Web-{CE23E4F8-B810-4138-B6A2-A0E77B5A26ED}" dt="2018-04-20T15:42:30.314" v="329"/>
          <ac:spMkLst>
            <pc:docMk/>
            <pc:sldMk cId="1104929109" sldId="443"/>
            <ac:spMk id="2" creationId="{58D964AA-153E-4EF6-BBF0-5135C2266E16}"/>
          </ac:spMkLst>
        </pc:spChg>
        <pc:spChg chg="mod">
          <ac:chgData name="Guest User" userId="" providerId="Windows Live" clId="Web-{CE23E4F8-B810-4138-B6A2-A0E77B5A26ED}" dt="2018-04-20T15:46:03.802" v="782"/>
          <ac:spMkLst>
            <pc:docMk/>
            <pc:sldMk cId="1104929109" sldId="443"/>
            <ac:spMk id="3" creationId="{64E0DFDA-F486-4451-BE3C-D7690A72FCCB}"/>
          </ac:spMkLst>
        </pc:spChg>
      </pc:sldChg>
      <pc:sldChg chg="modSp new">
        <pc:chgData name="Guest User" userId="" providerId="Windows Live" clId="Web-{CE23E4F8-B810-4138-B6A2-A0E77B5A26ED}" dt="2018-04-20T15:52:37.037" v="1104"/>
        <pc:sldMkLst>
          <pc:docMk/>
          <pc:sldMk cId="4274361644" sldId="444"/>
        </pc:sldMkLst>
        <pc:spChg chg="mod">
          <ac:chgData name="Guest User" userId="" providerId="Windows Live" clId="Web-{CE23E4F8-B810-4138-B6A2-A0E77B5A26ED}" dt="2018-04-20T15:51:06.146" v="814"/>
          <ac:spMkLst>
            <pc:docMk/>
            <pc:sldMk cId="4274361644" sldId="444"/>
            <ac:spMk id="2" creationId="{08CEA200-EB2A-4385-8189-7395465FC0C8}"/>
          </ac:spMkLst>
        </pc:spChg>
        <pc:spChg chg="mod">
          <ac:chgData name="Guest User" userId="" providerId="Windows Live" clId="Web-{CE23E4F8-B810-4138-B6A2-A0E77B5A26ED}" dt="2018-04-20T15:52:37.037" v="1104"/>
          <ac:spMkLst>
            <pc:docMk/>
            <pc:sldMk cId="4274361644" sldId="444"/>
            <ac:spMk id="3" creationId="{6FB93142-CF00-49A1-AEF4-108B27B29076}"/>
          </ac:spMkLst>
        </pc:spChg>
      </pc:sldChg>
      <pc:sldChg chg="modSp new">
        <pc:chgData name="Guest User" userId="" providerId="Windows Live" clId="Web-{CE23E4F8-B810-4138-B6A2-A0E77B5A26ED}" dt="2018-04-20T15:56:25.961" v="1148"/>
        <pc:sldMkLst>
          <pc:docMk/>
          <pc:sldMk cId="2399658117" sldId="445"/>
        </pc:sldMkLst>
        <pc:spChg chg="mod">
          <ac:chgData name="Guest User" userId="" providerId="Windows Live" clId="Web-{CE23E4F8-B810-4138-B6A2-A0E77B5A26ED}" dt="2018-04-20T15:56:15.492" v="1141"/>
          <ac:spMkLst>
            <pc:docMk/>
            <pc:sldMk cId="2399658117" sldId="445"/>
            <ac:spMk id="2" creationId="{980508D2-3B87-4994-9AD1-6A4925DAA90D}"/>
          </ac:spMkLst>
        </pc:spChg>
        <pc:spChg chg="mod">
          <ac:chgData name="Guest User" userId="" providerId="Windows Live" clId="Web-{CE23E4F8-B810-4138-B6A2-A0E77B5A26ED}" dt="2018-04-20T15:56:25.961" v="1148"/>
          <ac:spMkLst>
            <pc:docMk/>
            <pc:sldMk cId="2399658117" sldId="445"/>
            <ac:spMk id="3" creationId="{5A8716EF-0A91-4BC6-8A35-DA1DF0C8AEA5}"/>
          </ac:spMkLst>
        </pc:spChg>
      </pc:sldChg>
      <pc:sldChg chg="modSp new">
        <pc:chgData name="Guest User" userId="" providerId="Windows Live" clId="Web-{CE23E4F8-B810-4138-B6A2-A0E77B5A26ED}" dt="2018-04-20T15:57:04.430" v="1210"/>
        <pc:sldMkLst>
          <pc:docMk/>
          <pc:sldMk cId="1994264054" sldId="446"/>
        </pc:sldMkLst>
        <pc:spChg chg="mod">
          <ac:chgData name="Guest User" userId="" providerId="Windows Live" clId="Web-{CE23E4F8-B810-4138-B6A2-A0E77B5A26ED}" dt="2018-04-20T15:57:02.086" v="1207"/>
          <ac:spMkLst>
            <pc:docMk/>
            <pc:sldMk cId="1994264054" sldId="446"/>
            <ac:spMk id="2" creationId="{A9A5D04D-7B8F-4831-BFAE-97D151B883F0}"/>
          </ac:spMkLst>
        </pc:spChg>
        <pc:spChg chg="mod">
          <ac:chgData name="Guest User" userId="" providerId="Windows Live" clId="Web-{CE23E4F8-B810-4138-B6A2-A0E77B5A26ED}" dt="2018-04-20T15:57:04.430" v="1210"/>
          <ac:spMkLst>
            <pc:docMk/>
            <pc:sldMk cId="1994264054" sldId="446"/>
            <ac:spMk id="3" creationId="{641025AD-1CD9-4139-B05F-985295CB2854}"/>
          </ac:spMkLst>
        </pc:spChg>
      </pc:sldChg>
      <pc:sldChg chg="modSp new">
        <pc:chgData name="Guest User" userId="" providerId="Windows Live" clId="Web-{CE23E4F8-B810-4138-B6A2-A0E77B5A26ED}" dt="2018-04-20T16:01:14.884" v="1786"/>
        <pc:sldMkLst>
          <pc:docMk/>
          <pc:sldMk cId="1381021960" sldId="449"/>
        </pc:sldMkLst>
        <pc:spChg chg="mod">
          <ac:chgData name="Guest User" userId="" providerId="Windows Live" clId="Web-{CE23E4F8-B810-4138-B6A2-A0E77B5A26ED}" dt="2018-04-20T15:58:58.977" v="1223"/>
          <ac:spMkLst>
            <pc:docMk/>
            <pc:sldMk cId="1381021960" sldId="449"/>
            <ac:spMk id="2" creationId="{16983315-648E-44B8-BAFD-8F4A69123977}"/>
          </ac:spMkLst>
        </pc:spChg>
        <pc:spChg chg="mod">
          <ac:chgData name="Guest User" userId="" providerId="Windows Live" clId="Web-{CE23E4F8-B810-4138-B6A2-A0E77B5A26ED}" dt="2018-04-20T16:01:14.884" v="1786"/>
          <ac:spMkLst>
            <pc:docMk/>
            <pc:sldMk cId="1381021960" sldId="449"/>
            <ac:spMk id="3" creationId="{99ABFF60-6F99-4404-9CA8-70A954FE2C84}"/>
          </ac:spMkLst>
        </pc:spChg>
      </pc:sldChg>
      <pc:sldChg chg="modSp new">
        <pc:chgData name="Guest User" userId="" providerId="Windows Live" clId="Web-{CE23E4F8-B810-4138-B6A2-A0E77B5A26ED}" dt="2018-04-20T16:02:33.135" v="1971"/>
        <pc:sldMkLst>
          <pc:docMk/>
          <pc:sldMk cId="820832984" sldId="451"/>
        </pc:sldMkLst>
        <pc:spChg chg="mod">
          <ac:chgData name="Guest User" userId="" providerId="Windows Live" clId="Web-{CE23E4F8-B810-4138-B6A2-A0E77B5A26ED}" dt="2018-04-20T16:01:39.994" v="1791"/>
          <ac:spMkLst>
            <pc:docMk/>
            <pc:sldMk cId="820832984" sldId="451"/>
            <ac:spMk id="2" creationId="{1E6D7FD0-5F51-415F-818F-B1A7E2FDD4F7}"/>
          </ac:spMkLst>
        </pc:spChg>
        <pc:spChg chg="mod">
          <ac:chgData name="Guest User" userId="" providerId="Windows Live" clId="Web-{CE23E4F8-B810-4138-B6A2-A0E77B5A26ED}" dt="2018-04-20T16:02:33.135" v="1971"/>
          <ac:spMkLst>
            <pc:docMk/>
            <pc:sldMk cId="820832984" sldId="451"/>
            <ac:spMk id="3" creationId="{EF8C8053-06E5-4C0A-B1E1-E581FEEB3B01}"/>
          </ac:spMkLst>
        </pc:spChg>
      </pc:sldChg>
      <pc:sldChg chg="addSp delSp modSp new">
        <pc:chgData name="Guest User" userId="" providerId="Windows Live" clId="Web-{CE23E4F8-B810-4138-B6A2-A0E77B5A26ED}" dt="2018-04-20T16:04:54.760" v="1987"/>
        <pc:sldMkLst>
          <pc:docMk/>
          <pc:sldMk cId="3249716837" sldId="452"/>
        </pc:sldMkLst>
        <pc:spChg chg="mod">
          <ac:chgData name="Guest User" userId="" providerId="Windows Live" clId="Web-{CE23E4F8-B810-4138-B6A2-A0E77B5A26ED}" dt="2018-04-20T16:04:49.135" v="1982"/>
          <ac:spMkLst>
            <pc:docMk/>
            <pc:sldMk cId="3249716837" sldId="452"/>
            <ac:spMk id="2" creationId="{A8B94808-E0C9-431E-9B65-6649A94EAD38}"/>
          </ac:spMkLst>
        </pc:spChg>
        <pc:spChg chg="del">
          <ac:chgData name="Guest User" userId="" providerId="Windows Live" clId="Web-{CE23E4F8-B810-4138-B6A2-A0E77B5A26ED}" dt="2018-04-20T16:04:51.041" v="1985"/>
          <ac:spMkLst>
            <pc:docMk/>
            <pc:sldMk cId="3249716837" sldId="452"/>
            <ac:spMk id="3" creationId="{9D7C8F37-1211-4DD1-A257-B5DF6B4D74F1}"/>
          </ac:spMkLst>
        </pc:spChg>
        <pc:picChg chg="add mod ord">
          <ac:chgData name="Guest User" userId="" providerId="Windows Live" clId="Web-{CE23E4F8-B810-4138-B6A2-A0E77B5A26ED}" dt="2018-04-20T16:04:54.760" v="1987"/>
          <ac:picMkLst>
            <pc:docMk/>
            <pc:sldMk cId="3249716837" sldId="452"/>
            <ac:picMk id="4" creationId="{D9CEA3D5-0CBB-48E6-86D9-93F8D05F5077}"/>
          </ac:picMkLst>
        </pc:picChg>
      </pc:sldChg>
    </pc:docChg>
  </pc:docChgLst>
  <pc:docChgLst>
    <pc:chgData name="Guest User" providerId="Windows Live" clId="Web-{EA93B97A-B949-48AD-9C04-89F3562E4AE9}"/>
    <pc:docChg chg="modSld">
      <pc:chgData name="Guest User" userId="" providerId="Windows Live" clId="Web-{EA93B97A-B949-48AD-9C04-89F3562E4AE9}" dt="2018-03-09T21:52:47.203" v="3"/>
      <pc:docMkLst>
        <pc:docMk/>
      </pc:docMkLst>
    </pc:docChg>
  </pc:docChgLst>
  <pc:docChgLst>
    <pc:chgData name="Guest User" providerId="Windows Live" clId="Web-{378AB8DD-AC6C-4A89-8B3E-FAF040AE3624}"/>
    <pc:docChg chg="addSld delSld">
      <pc:chgData name="Guest User" userId="" providerId="Windows Live" clId="Web-{378AB8DD-AC6C-4A89-8B3E-FAF040AE3624}" dt="2018-03-24T10:27:08.121" v="1"/>
      <pc:docMkLst>
        <pc:docMk/>
      </pc:docMkLst>
    </pc:docChg>
  </pc:docChgLst>
  <pc:docChgLst>
    <pc:chgData name="Daniel Moniry-Abyaneh" userId="609528b46dd255ef" providerId="Windows Live" clId="Web-{1DDA9222-060E-40CA-A2E2-D8A4161C9923}"/>
    <pc:docChg chg="addSld modSection">
      <pc:chgData name="Daniel Moniry-Abyaneh" userId="609528b46dd255ef" providerId="Windows Live" clId="Web-{1DDA9222-060E-40CA-A2E2-D8A4161C9923}" dt="2018-03-04T16:01:02.775" v="0"/>
      <pc:docMkLst>
        <pc:docMk/>
      </pc:docMkLst>
    </pc:docChg>
  </pc:docChgLst>
  <pc:docChgLst>
    <pc:chgData name="Daniel Moniry-Abyaneh" userId="609528b46dd255ef" providerId="Windows Live" clId="Web-{553772D0-60E4-4065-9DDA-980A13F83C74}"/>
    <pc:docChg chg="addSld modSld sldOrd">
      <pc:chgData name="Daniel Moniry-Abyaneh" userId="609528b46dd255ef" providerId="Windows Live" clId="Web-{553772D0-60E4-4065-9DDA-980A13F83C74}" dt="2018-03-07T14:00:05.791" v="84"/>
      <pc:docMkLst>
        <pc:docMk/>
      </pc:docMkLst>
    </pc:docChg>
  </pc:docChgLst>
  <pc:docChgLst>
    <pc:chgData name="Guest User" userId="fd98b2f48b61e251" providerId="Windows Live" clId="Web-{9E51B236-2F35-4136-B01B-650ABC9ED208}"/>
    <pc:docChg chg="addSld modSld">
      <pc:chgData name="Guest User" userId="fd98b2f48b61e251" providerId="Windows Live" clId="Web-{9E51B236-2F35-4136-B01B-650ABC9ED208}" dt="2018-03-30T15:05:36.154" v="60"/>
      <pc:docMkLst>
        <pc:docMk/>
      </pc:docMkLst>
      <pc:sldChg chg="modSp">
        <pc:chgData name="Guest User" userId="fd98b2f48b61e251" providerId="Windows Live" clId="Web-{9E51B236-2F35-4136-B01B-650ABC9ED208}" dt="2018-03-30T14:38:33.025" v="0"/>
        <pc:sldMkLst>
          <pc:docMk/>
          <pc:sldMk cId="1778163941" sldId="400"/>
        </pc:sldMkLst>
        <pc:spChg chg="mod">
          <ac:chgData name="Guest User" userId="fd98b2f48b61e251" providerId="Windows Live" clId="Web-{9E51B236-2F35-4136-B01B-650ABC9ED208}" dt="2018-03-30T14:38:33.025" v="0"/>
          <ac:spMkLst>
            <pc:docMk/>
            <pc:sldMk cId="1778163941" sldId="400"/>
            <ac:spMk id="3" creationId="{746D6768-0135-433F-B253-5AC8A9A741E7}"/>
          </ac:spMkLst>
        </pc:spChg>
      </pc:sldChg>
      <pc:sldChg chg="modSp">
        <pc:chgData name="Guest User" userId="fd98b2f48b61e251" providerId="Windows Live" clId="Web-{9E51B236-2F35-4136-B01B-650ABC9ED208}" dt="2018-03-30T14:39:17.791" v="3"/>
        <pc:sldMkLst>
          <pc:docMk/>
          <pc:sldMk cId="3552992404" sldId="402"/>
        </pc:sldMkLst>
        <pc:spChg chg="mod">
          <ac:chgData name="Guest User" userId="fd98b2f48b61e251" providerId="Windows Live" clId="Web-{9E51B236-2F35-4136-B01B-650ABC9ED208}" dt="2018-03-30T14:39:17.791" v="3"/>
          <ac:spMkLst>
            <pc:docMk/>
            <pc:sldMk cId="3552992404" sldId="402"/>
            <ac:spMk id="2" creationId="{9DD10608-4B19-4562-948A-7A8B18147495}"/>
          </ac:spMkLst>
        </pc:spChg>
      </pc:sldChg>
      <pc:sldChg chg="modSp new">
        <pc:chgData name="Guest User" userId="fd98b2f48b61e251" providerId="Windows Live" clId="Web-{9E51B236-2F35-4136-B01B-650ABC9ED208}" dt="2018-03-30T15:04:13.168" v="42"/>
        <pc:sldMkLst>
          <pc:docMk/>
          <pc:sldMk cId="3076212253" sldId="408"/>
        </pc:sldMkLst>
        <pc:spChg chg="mod">
          <ac:chgData name="Guest User" userId="fd98b2f48b61e251" providerId="Windows Live" clId="Web-{9E51B236-2F35-4136-B01B-650ABC9ED208}" dt="2018-03-30T15:00:40.836" v="36"/>
          <ac:spMkLst>
            <pc:docMk/>
            <pc:sldMk cId="3076212253" sldId="408"/>
            <ac:spMk id="2" creationId="{552D3FB4-9DF0-4D4A-A0FC-3B821160F504}"/>
          </ac:spMkLst>
        </pc:spChg>
        <pc:spChg chg="mod">
          <ac:chgData name="Guest User" userId="fd98b2f48b61e251" providerId="Windows Live" clId="Web-{9E51B236-2F35-4136-B01B-650ABC9ED208}" dt="2018-03-30T15:04:13.168" v="42"/>
          <ac:spMkLst>
            <pc:docMk/>
            <pc:sldMk cId="3076212253" sldId="408"/>
            <ac:spMk id="3" creationId="{117D7F44-CC13-4A0B-AC4B-A0A3601A0DEA}"/>
          </ac:spMkLst>
        </pc:spChg>
      </pc:sldChg>
      <pc:sldChg chg="modSp new">
        <pc:chgData name="Guest User" userId="fd98b2f48b61e251" providerId="Windows Live" clId="Web-{9E51B236-2F35-4136-B01B-650ABC9ED208}" dt="2018-03-30T15:05:34.982" v="58"/>
        <pc:sldMkLst>
          <pc:docMk/>
          <pc:sldMk cId="212291144" sldId="411"/>
        </pc:sldMkLst>
        <pc:spChg chg="mod">
          <ac:chgData name="Guest User" userId="fd98b2f48b61e251" providerId="Windows Live" clId="Web-{9E51B236-2F35-4136-B01B-650ABC9ED208}" dt="2018-03-30T15:05:34.982" v="58"/>
          <ac:spMkLst>
            <pc:docMk/>
            <pc:sldMk cId="212291144" sldId="411"/>
            <ac:spMk id="2" creationId="{0C2ED51B-9C5F-491F-ABB9-8438D6C1EFFF}"/>
          </ac:spMkLst>
        </pc:spChg>
      </pc:sldChg>
    </pc:docChg>
  </pc:docChgLst>
  <pc:docChgLst>
    <pc:chgData name="Guest User" providerId="Windows Live" clId="Web-{EA964A20-C12C-48F7-9DD3-45D1650BD763}"/>
    <pc:docChg chg="modSld">
      <pc:chgData name="Guest User" userId="" providerId="Windows Live" clId="Web-{EA964A20-C12C-48F7-9DD3-45D1650BD763}" dt="2018-03-09T10:56:15.727" v="11"/>
      <pc:docMkLst>
        <pc:docMk/>
      </pc:docMkLst>
    </pc:docChg>
  </pc:docChgLst>
  <pc:docChgLst>
    <pc:chgData name="Guest User" providerId="Windows Live" clId="Web-{CB34909A-B065-4BA5-82B7-B7C75EFA3B59}"/>
    <pc:docChg chg="addSld delSld modSld sldOrd">
      <pc:chgData name="Guest User" userId="" providerId="Windows Live" clId="Web-{CB34909A-B065-4BA5-82B7-B7C75EFA3B59}" dt="2018-03-09T17:50:29.184" v="3061"/>
      <pc:docMkLst>
        <pc:docMk/>
      </pc:docMkLst>
    </pc:docChg>
  </pc:docChgLst>
  <pc:docChgLst>
    <pc:chgData name="Guest User" providerId="Windows Live" clId="Web-{F3B380E6-7DDA-49D6-9E97-96FF754C7C67}"/>
    <pc:docChg chg="addSld modSld">
      <pc:chgData name="Guest User" userId="" providerId="Windows Live" clId="Web-{F3B380E6-7DDA-49D6-9E97-96FF754C7C67}" dt="2018-04-20T13:05:57.826" v="182"/>
      <pc:docMkLst>
        <pc:docMk/>
      </pc:docMkLst>
      <pc:sldChg chg="modSp new">
        <pc:chgData name="Guest User" userId="" providerId="Windows Live" clId="Web-{F3B380E6-7DDA-49D6-9E97-96FF754C7C67}" dt="2018-04-20T12:44:42.166" v="12"/>
        <pc:sldMkLst>
          <pc:docMk/>
          <pc:sldMk cId="3344517782" sldId="431"/>
        </pc:sldMkLst>
        <pc:spChg chg="mod">
          <ac:chgData name="Guest User" userId="" providerId="Windows Live" clId="Web-{F3B380E6-7DDA-49D6-9E97-96FF754C7C67}" dt="2018-04-20T12:44:41.228" v="9"/>
          <ac:spMkLst>
            <pc:docMk/>
            <pc:sldMk cId="3344517782" sldId="431"/>
            <ac:spMk id="2" creationId="{DF3D63BF-113F-4964-993A-8A1818B77AF8}"/>
          </ac:spMkLst>
        </pc:spChg>
        <pc:spChg chg="mod">
          <ac:chgData name="Guest User" userId="" providerId="Windows Live" clId="Web-{F3B380E6-7DDA-49D6-9E97-96FF754C7C67}" dt="2018-04-20T12:44:42.166" v="12"/>
          <ac:spMkLst>
            <pc:docMk/>
            <pc:sldMk cId="3344517782" sldId="431"/>
            <ac:spMk id="3" creationId="{52B19D77-DBE7-4E10-9EAB-7E681665F3DC}"/>
          </ac:spMkLst>
        </pc:spChg>
      </pc:sldChg>
      <pc:sldChg chg="modSp new">
        <pc:chgData name="Guest User" userId="" providerId="Windows Live" clId="Web-{F3B380E6-7DDA-49D6-9E97-96FF754C7C67}" dt="2018-04-20T12:45:55.729" v="62"/>
        <pc:sldMkLst>
          <pc:docMk/>
          <pc:sldMk cId="3483849944" sldId="432"/>
        </pc:sldMkLst>
        <pc:spChg chg="mod">
          <ac:chgData name="Guest User" userId="" providerId="Windows Live" clId="Web-{F3B380E6-7DDA-49D6-9E97-96FF754C7C67}" dt="2018-04-20T12:45:23.744" v="36"/>
          <ac:spMkLst>
            <pc:docMk/>
            <pc:sldMk cId="3483849944" sldId="432"/>
            <ac:spMk id="2" creationId="{354CEF83-5420-4D7A-A9BA-64C2116DBDEF}"/>
          </ac:spMkLst>
        </pc:spChg>
        <pc:spChg chg="mod">
          <ac:chgData name="Guest User" userId="" providerId="Windows Live" clId="Web-{F3B380E6-7DDA-49D6-9E97-96FF754C7C67}" dt="2018-04-20T12:45:55.729" v="62"/>
          <ac:spMkLst>
            <pc:docMk/>
            <pc:sldMk cId="3483849944" sldId="432"/>
            <ac:spMk id="3" creationId="{5302261C-60B3-48F4-BE33-F9B45561A567}"/>
          </ac:spMkLst>
        </pc:spChg>
      </pc:sldChg>
      <pc:sldChg chg="modSp new">
        <pc:chgData name="Guest User" userId="" providerId="Windows Live" clId="Web-{F3B380E6-7DDA-49D6-9E97-96FF754C7C67}" dt="2018-04-20T12:47:09.276" v="128"/>
        <pc:sldMkLst>
          <pc:docMk/>
          <pc:sldMk cId="2004974167" sldId="433"/>
        </pc:sldMkLst>
        <pc:spChg chg="mod">
          <ac:chgData name="Guest User" userId="" providerId="Windows Live" clId="Web-{F3B380E6-7DDA-49D6-9E97-96FF754C7C67}" dt="2018-04-20T12:46:12.135" v="71"/>
          <ac:spMkLst>
            <pc:docMk/>
            <pc:sldMk cId="2004974167" sldId="433"/>
            <ac:spMk id="2" creationId="{4849BEE1-0405-4556-9AB4-89B73FF347C3}"/>
          </ac:spMkLst>
        </pc:spChg>
        <pc:spChg chg="mod">
          <ac:chgData name="Guest User" userId="" providerId="Windows Live" clId="Web-{F3B380E6-7DDA-49D6-9E97-96FF754C7C67}" dt="2018-04-20T12:47:09.276" v="128"/>
          <ac:spMkLst>
            <pc:docMk/>
            <pc:sldMk cId="2004974167" sldId="433"/>
            <ac:spMk id="3" creationId="{958E7F69-6E15-4118-9D40-BEBF81A852AD}"/>
          </ac:spMkLst>
        </pc:spChg>
      </pc:sldChg>
      <pc:sldChg chg="modSp new">
        <pc:chgData name="Guest User" userId="" providerId="Windows Live" clId="Web-{F3B380E6-7DDA-49D6-9E97-96FF754C7C67}" dt="2018-04-20T12:48:17.245" v="172"/>
        <pc:sldMkLst>
          <pc:docMk/>
          <pc:sldMk cId="1170812802" sldId="434"/>
        </pc:sldMkLst>
        <pc:spChg chg="mod">
          <ac:chgData name="Guest User" userId="" providerId="Windows Live" clId="Web-{F3B380E6-7DDA-49D6-9E97-96FF754C7C67}" dt="2018-04-20T12:47:36.713" v="151"/>
          <ac:spMkLst>
            <pc:docMk/>
            <pc:sldMk cId="1170812802" sldId="434"/>
            <ac:spMk id="2" creationId="{E045B6C8-1037-4F25-9645-F23752B0524E}"/>
          </ac:spMkLst>
        </pc:spChg>
        <pc:spChg chg="mod">
          <ac:chgData name="Guest User" userId="" providerId="Windows Live" clId="Web-{F3B380E6-7DDA-49D6-9E97-96FF754C7C67}" dt="2018-04-20T12:48:17.245" v="172"/>
          <ac:spMkLst>
            <pc:docMk/>
            <pc:sldMk cId="1170812802" sldId="434"/>
            <ac:spMk id="3" creationId="{BC56D482-5F8E-43C6-991C-B263A71C06BD}"/>
          </ac:spMkLst>
        </pc:spChg>
      </pc:sldChg>
      <pc:sldChg chg="modSp new">
        <pc:chgData name="Guest User" userId="" providerId="Windows Live" clId="Web-{F3B380E6-7DDA-49D6-9E97-96FF754C7C67}" dt="2018-04-20T13:05:57.826" v="181"/>
        <pc:sldMkLst>
          <pc:docMk/>
          <pc:sldMk cId="57364231" sldId="435"/>
        </pc:sldMkLst>
        <pc:spChg chg="mod">
          <ac:chgData name="Guest User" userId="" providerId="Windows Live" clId="Web-{F3B380E6-7DDA-49D6-9E97-96FF754C7C67}" dt="2018-04-20T13:05:57.826" v="181"/>
          <ac:spMkLst>
            <pc:docMk/>
            <pc:sldMk cId="57364231" sldId="435"/>
            <ac:spMk id="2" creationId="{B28D5EFC-3283-4F2A-B902-899A6331E09F}"/>
          </ac:spMkLst>
        </pc:spChg>
      </pc:sldChg>
    </pc:docChg>
  </pc:docChgLst>
  <pc:docChgLst>
    <pc:chgData name="Guest User" providerId="Windows Live" clId="Web-{97BB0C5F-34C8-4604-861A-E2FDD8AAF349}"/>
    <pc:docChg chg="addSld delSld modSld sldOrd">
      <pc:chgData name="Guest User" userId="" providerId="Windows Live" clId="Web-{97BB0C5F-34C8-4604-861A-E2FDD8AAF349}" dt="2018-03-06T18:52:35.112" v="322"/>
      <pc:docMkLst>
        <pc:docMk/>
      </pc:docMkLst>
    </pc:docChg>
  </pc:docChgLst>
  <pc:docChgLst>
    <pc:chgData name="Guest User" userId="fd98b2f48b61e251" providerId="Windows Live" clId="Web-{726AEC0F-3791-4FE5-B943-3D64C11ECDE6}"/>
    <pc:docChg chg="addSld modSld sldOrd">
      <pc:chgData name="Guest User" userId="fd98b2f48b61e251" providerId="Windows Live" clId="Web-{726AEC0F-3791-4FE5-B943-3D64C11ECDE6}" dt="2018-03-30T16:28:51.515" v="1359"/>
      <pc:docMkLst>
        <pc:docMk/>
      </pc:docMkLst>
      <pc:sldChg chg="modSp">
        <pc:chgData name="Guest User" userId="fd98b2f48b61e251" providerId="Windows Live" clId="Web-{726AEC0F-3791-4FE5-B943-3D64C11ECDE6}" dt="2018-03-30T15:25:31.792" v="4"/>
        <pc:sldMkLst>
          <pc:docMk/>
          <pc:sldMk cId="3076212253" sldId="408"/>
        </pc:sldMkLst>
        <pc:spChg chg="mod">
          <ac:chgData name="Guest User" userId="fd98b2f48b61e251" providerId="Windows Live" clId="Web-{726AEC0F-3791-4FE5-B943-3D64C11ECDE6}" dt="2018-03-30T15:25:31.792" v="4"/>
          <ac:spMkLst>
            <pc:docMk/>
            <pc:sldMk cId="3076212253" sldId="408"/>
            <ac:spMk id="3" creationId="{117D7F44-CC13-4A0B-AC4B-A0A3601A0DEA}"/>
          </ac:spMkLst>
        </pc:spChg>
      </pc:sldChg>
      <pc:sldChg chg="modSp">
        <pc:chgData name="Guest User" userId="fd98b2f48b61e251" providerId="Windows Live" clId="Web-{726AEC0F-3791-4FE5-B943-3D64C11ECDE6}" dt="2018-03-30T15:53:27.898" v="222"/>
        <pc:sldMkLst>
          <pc:docMk/>
          <pc:sldMk cId="1113645329" sldId="410"/>
        </pc:sldMkLst>
        <pc:spChg chg="mod">
          <ac:chgData name="Guest User" userId="fd98b2f48b61e251" providerId="Windows Live" clId="Web-{726AEC0F-3791-4FE5-B943-3D64C11ECDE6}" dt="2018-03-30T15:53:27.898" v="222"/>
          <ac:spMkLst>
            <pc:docMk/>
            <pc:sldMk cId="1113645329" sldId="410"/>
            <ac:spMk id="3" creationId="{00000000-0000-0000-0000-000000000000}"/>
          </ac:spMkLst>
        </pc:spChg>
      </pc:sldChg>
      <pc:sldChg chg="modSp">
        <pc:chgData name="Guest User" userId="fd98b2f48b61e251" providerId="Windows Live" clId="Web-{726AEC0F-3791-4FE5-B943-3D64C11ECDE6}" dt="2018-03-30T15:27:59.109" v="117"/>
        <pc:sldMkLst>
          <pc:docMk/>
          <pc:sldMk cId="212291144" sldId="411"/>
        </pc:sldMkLst>
        <pc:spChg chg="mod">
          <ac:chgData name="Guest User" userId="fd98b2f48b61e251" providerId="Windows Live" clId="Web-{726AEC0F-3791-4FE5-B943-3D64C11ECDE6}" dt="2018-03-30T15:27:59.109" v="117"/>
          <ac:spMkLst>
            <pc:docMk/>
            <pc:sldMk cId="212291144" sldId="411"/>
            <ac:spMk id="3" creationId="{8C7B55C5-F32C-4991-869E-0FECB259CB01}"/>
          </ac:spMkLst>
        </pc:spChg>
      </pc:sldChg>
      <pc:sldChg chg="addSp delSp modSp new">
        <pc:chgData name="Guest User" userId="fd98b2f48b61e251" providerId="Windows Live" clId="Web-{726AEC0F-3791-4FE5-B943-3D64C11ECDE6}" dt="2018-03-30T15:30:56.785" v="135"/>
        <pc:sldMkLst>
          <pc:docMk/>
          <pc:sldMk cId="832713360" sldId="412"/>
        </pc:sldMkLst>
        <pc:spChg chg="mod">
          <ac:chgData name="Guest User" userId="fd98b2f48b61e251" providerId="Windows Live" clId="Web-{726AEC0F-3791-4FE5-B943-3D64C11ECDE6}" dt="2018-03-30T15:30:40.910" v="132"/>
          <ac:spMkLst>
            <pc:docMk/>
            <pc:sldMk cId="832713360" sldId="412"/>
            <ac:spMk id="2" creationId="{3CFE6E19-C338-46B9-8143-DF9E437A170E}"/>
          </ac:spMkLst>
        </pc:spChg>
        <pc:spChg chg="del">
          <ac:chgData name="Guest User" userId="fd98b2f48b61e251" providerId="Windows Live" clId="Web-{726AEC0F-3791-4FE5-B943-3D64C11ECDE6}" dt="2018-03-30T15:30:53.738" v="134"/>
          <ac:spMkLst>
            <pc:docMk/>
            <pc:sldMk cId="832713360" sldId="412"/>
            <ac:spMk id="3" creationId="{DD505AEC-71D9-4375-9A93-340311B821F3}"/>
          </ac:spMkLst>
        </pc:spChg>
        <pc:picChg chg="add mod ord">
          <ac:chgData name="Guest User" userId="fd98b2f48b61e251" providerId="Windows Live" clId="Web-{726AEC0F-3791-4FE5-B943-3D64C11ECDE6}" dt="2018-03-30T15:30:56.785" v="135"/>
          <ac:picMkLst>
            <pc:docMk/>
            <pc:sldMk cId="832713360" sldId="412"/>
            <ac:picMk id="4" creationId="{C66A0F25-3AC1-42D3-AB5A-79EBEEE7ED68}"/>
          </ac:picMkLst>
        </pc:picChg>
      </pc:sldChg>
      <pc:sldChg chg="modSp new">
        <pc:chgData name="Guest User" userId="fd98b2f48b61e251" providerId="Windows Live" clId="Web-{726AEC0F-3791-4FE5-B943-3D64C11ECDE6}" dt="2018-03-30T15:45:36.277" v="198"/>
        <pc:sldMkLst>
          <pc:docMk/>
          <pc:sldMk cId="832204784" sldId="413"/>
        </pc:sldMkLst>
        <pc:spChg chg="mod">
          <ac:chgData name="Guest User" userId="fd98b2f48b61e251" providerId="Windows Live" clId="Web-{726AEC0F-3791-4FE5-B943-3D64C11ECDE6}" dt="2018-03-30T15:39:59.815" v="151"/>
          <ac:spMkLst>
            <pc:docMk/>
            <pc:sldMk cId="832204784" sldId="413"/>
            <ac:spMk id="2" creationId="{9D06F284-66AE-47B9-B197-DA1D8F2B0C5F}"/>
          </ac:spMkLst>
        </pc:spChg>
        <pc:spChg chg="mod">
          <ac:chgData name="Guest User" userId="fd98b2f48b61e251" providerId="Windows Live" clId="Web-{726AEC0F-3791-4FE5-B943-3D64C11ECDE6}" dt="2018-03-30T15:45:36.277" v="198"/>
          <ac:spMkLst>
            <pc:docMk/>
            <pc:sldMk cId="832204784" sldId="413"/>
            <ac:spMk id="3" creationId="{B11557A0-1249-4779-90B0-9C2A32E3B4A0}"/>
          </ac:spMkLst>
        </pc:spChg>
      </pc:sldChg>
      <pc:sldChg chg="addSp delSp modSp new">
        <pc:chgData name="Guest User" userId="fd98b2f48b61e251" providerId="Windows Live" clId="Web-{726AEC0F-3791-4FE5-B943-3D64C11ECDE6}" dt="2018-03-30T15:49:16.892" v="219"/>
        <pc:sldMkLst>
          <pc:docMk/>
          <pc:sldMk cId="527933551" sldId="414"/>
        </pc:sldMkLst>
        <pc:spChg chg="mod">
          <ac:chgData name="Guest User" userId="fd98b2f48b61e251" providerId="Windows Live" clId="Web-{726AEC0F-3791-4FE5-B943-3D64C11ECDE6}" dt="2018-03-30T15:47:48.733" v="209"/>
          <ac:spMkLst>
            <pc:docMk/>
            <pc:sldMk cId="527933551" sldId="414"/>
            <ac:spMk id="2" creationId="{3424712D-35E8-455E-BE43-E79A4DCCFA6D}"/>
          </ac:spMkLst>
        </pc:spChg>
        <pc:spChg chg="del">
          <ac:chgData name="Guest User" userId="fd98b2f48b61e251" providerId="Windows Live" clId="Web-{726AEC0F-3791-4FE5-B943-3D64C11ECDE6}" dt="2018-03-30T15:48:00.515" v="212"/>
          <ac:spMkLst>
            <pc:docMk/>
            <pc:sldMk cId="527933551" sldId="414"/>
            <ac:spMk id="3" creationId="{0BDC8882-83E1-422E-A5EC-ADD3336DD252}"/>
          </ac:spMkLst>
        </pc:spChg>
        <pc:spChg chg="add del mod">
          <ac:chgData name="Guest User" userId="fd98b2f48b61e251" providerId="Windows Live" clId="Web-{726AEC0F-3791-4FE5-B943-3D64C11ECDE6}" dt="2018-03-30T15:49:05.032" v="216"/>
          <ac:spMkLst>
            <pc:docMk/>
            <pc:sldMk cId="527933551" sldId="414"/>
            <ac:spMk id="7" creationId="{2CD6FDDB-9B96-4319-A0F3-33BCA2790C4A}"/>
          </ac:spMkLst>
        </pc:spChg>
        <pc:picChg chg="add del mod ord">
          <ac:chgData name="Guest User" userId="fd98b2f48b61e251" providerId="Windows Live" clId="Web-{726AEC0F-3791-4FE5-B943-3D64C11ECDE6}" dt="2018-03-30T15:48:54.095" v="215"/>
          <ac:picMkLst>
            <pc:docMk/>
            <pc:sldMk cId="527933551" sldId="414"/>
            <ac:picMk id="4" creationId="{BCC2E732-62AF-4809-A1AC-8405E42DEEDD}"/>
          </ac:picMkLst>
        </pc:picChg>
        <pc:picChg chg="add mod ord">
          <ac:chgData name="Guest User" userId="fd98b2f48b61e251" providerId="Windows Live" clId="Web-{726AEC0F-3791-4FE5-B943-3D64C11ECDE6}" dt="2018-03-30T15:49:16.892" v="219"/>
          <ac:picMkLst>
            <pc:docMk/>
            <pc:sldMk cId="527933551" sldId="414"/>
            <ac:picMk id="8" creationId="{B0023818-2231-451C-AD25-DA9BCACC471E}"/>
          </ac:picMkLst>
        </pc:picChg>
      </pc:sldChg>
      <pc:sldChg chg="modSp new">
        <pc:chgData name="Guest User" userId="fd98b2f48b61e251" providerId="Windows Live" clId="Web-{726AEC0F-3791-4FE5-B943-3D64C11ECDE6}" dt="2018-03-30T15:54:31.806" v="250"/>
        <pc:sldMkLst>
          <pc:docMk/>
          <pc:sldMk cId="4132066269" sldId="415"/>
        </pc:sldMkLst>
        <pc:spChg chg="mod">
          <ac:chgData name="Guest User" userId="fd98b2f48b61e251" providerId="Windows Live" clId="Web-{726AEC0F-3791-4FE5-B943-3D64C11ECDE6}" dt="2018-03-30T15:54:29.556" v="247"/>
          <ac:spMkLst>
            <pc:docMk/>
            <pc:sldMk cId="4132066269" sldId="415"/>
            <ac:spMk id="2" creationId="{9F76B67F-304C-4C81-835F-44E1011502AA}"/>
          </ac:spMkLst>
        </pc:spChg>
        <pc:spChg chg="mod">
          <ac:chgData name="Guest User" userId="fd98b2f48b61e251" providerId="Windows Live" clId="Web-{726AEC0F-3791-4FE5-B943-3D64C11ECDE6}" dt="2018-03-30T15:54:31.806" v="250"/>
          <ac:spMkLst>
            <pc:docMk/>
            <pc:sldMk cId="4132066269" sldId="415"/>
            <ac:spMk id="3" creationId="{1E2B5CD2-D490-4E9D-81D7-20D8481A306A}"/>
          </ac:spMkLst>
        </pc:spChg>
      </pc:sldChg>
      <pc:sldChg chg="addSp delSp modSp new">
        <pc:chgData name="Guest User" userId="fd98b2f48b61e251" providerId="Windows Live" clId="Web-{726AEC0F-3791-4FE5-B943-3D64C11ECDE6}" dt="2018-03-30T15:57:08.201" v="264"/>
        <pc:sldMkLst>
          <pc:docMk/>
          <pc:sldMk cId="227208308" sldId="416"/>
        </pc:sldMkLst>
        <pc:spChg chg="mod">
          <ac:chgData name="Guest User" userId="fd98b2f48b61e251" providerId="Windows Live" clId="Web-{726AEC0F-3791-4FE5-B943-3D64C11ECDE6}" dt="2018-03-30T15:57:02.763" v="258"/>
          <ac:spMkLst>
            <pc:docMk/>
            <pc:sldMk cId="227208308" sldId="416"/>
            <ac:spMk id="2" creationId="{AC08378A-BE1D-434B-BD73-B903817DA357}"/>
          </ac:spMkLst>
        </pc:spChg>
        <pc:spChg chg="del">
          <ac:chgData name="Guest User" userId="fd98b2f48b61e251" providerId="Windows Live" clId="Web-{726AEC0F-3791-4FE5-B943-3D64C11ECDE6}" dt="2018-03-30T15:57:03.795" v="262"/>
          <ac:spMkLst>
            <pc:docMk/>
            <pc:sldMk cId="227208308" sldId="416"/>
            <ac:spMk id="3" creationId="{E73A3174-A266-4D47-BF16-CF551592BE34}"/>
          </ac:spMkLst>
        </pc:spChg>
        <pc:picChg chg="add mod ord">
          <ac:chgData name="Guest User" userId="fd98b2f48b61e251" providerId="Windows Live" clId="Web-{726AEC0F-3791-4FE5-B943-3D64C11ECDE6}" dt="2018-03-30T15:57:08.201" v="264"/>
          <ac:picMkLst>
            <pc:docMk/>
            <pc:sldMk cId="227208308" sldId="416"/>
            <ac:picMk id="4" creationId="{9FFDBC37-77C9-4707-8A48-5B2D440A02D9}"/>
          </ac:picMkLst>
        </pc:picChg>
      </pc:sldChg>
      <pc:sldChg chg="modSp new ord">
        <pc:chgData name="Guest User" userId="fd98b2f48b61e251" providerId="Windows Live" clId="Web-{726AEC0F-3791-4FE5-B943-3D64C11ECDE6}" dt="2018-03-30T15:57:42.889" v="304"/>
        <pc:sldMkLst>
          <pc:docMk/>
          <pc:sldMk cId="1256848242" sldId="417"/>
        </pc:sldMkLst>
        <pc:spChg chg="mod">
          <ac:chgData name="Guest User" userId="fd98b2f48b61e251" providerId="Windows Live" clId="Web-{726AEC0F-3791-4FE5-B943-3D64C11ECDE6}" dt="2018-03-30T15:57:41.655" v="301"/>
          <ac:spMkLst>
            <pc:docMk/>
            <pc:sldMk cId="1256848242" sldId="417"/>
            <ac:spMk id="2" creationId="{E5490B18-5E1D-42F5-8447-431BE9A27EE2}"/>
          </ac:spMkLst>
        </pc:spChg>
        <pc:spChg chg="mod">
          <ac:chgData name="Guest User" userId="fd98b2f48b61e251" providerId="Windows Live" clId="Web-{726AEC0F-3791-4FE5-B943-3D64C11ECDE6}" dt="2018-03-30T15:57:42.889" v="304"/>
          <ac:spMkLst>
            <pc:docMk/>
            <pc:sldMk cId="1256848242" sldId="417"/>
            <ac:spMk id="3" creationId="{616E4DE5-29A3-4F94-BDA2-F080BDB7EBFD}"/>
          </ac:spMkLst>
        </pc:spChg>
      </pc:sldChg>
      <pc:sldChg chg="modSp new">
        <pc:chgData name="Guest User" userId="fd98b2f48b61e251" providerId="Windows Live" clId="Web-{726AEC0F-3791-4FE5-B943-3D64C11ECDE6}" dt="2018-03-30T16:02:57.429" v="899"/>
        <pc:sldMkLst>
          <pc:docMk/>
          <pc:sldMk cId="1253608524" sldId="418"/>
        </pc:sldMkLst>
        <pc:spChg chg="mod">
          <ac:chgData name="Guest User" userId="fd98b2f48b61e251" providerId="Windows Live" clId="Web-{726AEC0F-3791-4FE5-B943-3D64C11ECDE6}" dt="2018-03-30T15:58:03.312" v="312"/>
          <ac:spMkLst>
            <pc:docMk/>
            <pc:sldMk cId="1253608524" sldId="418"/>
            <ac:spMk id="2" creationId="{D02921A8-579E-46D4-8AD9-B29261A248F1}"/>
          </ac:spMkLst>
        </pc:spChg>
        <pc:spChg chg="mod">
          <ac:chgData name="Guest User" userId="fd98b2f48b61e251" providerId="Windows Live" clId="Web-{726AEC0F-3791-4FE5-B943-3D64C11ECDE6}" dt="2018-03-30T16:02:57.429" v="899"/>
          <ac:spMkLst>
            <pc:docMk/>
            <pc:sldMk cId="1253608524" sldId="418"/>
            <ac:spMk id="3" creationId="{895DFA71-157E-4511-9E14-A5BD7ED09625}"/>
          </ac:spMkLst>
        </pc:spChg>
      </pc:sldChg>
      <pc:sldChg chg="modSp new">
        <pc:chgData name="Guest User" userId="fd98b2f48b61e251" providerId="Windows Live" clId="Web-{726AEC0F-3791-4FE5-B943-3D64C11ECDE6}" dt="2018-03-30T16:28:51.515" v="1358"/>
        <pc:sldMkLst>
          <pc:docMk/>
          <pc:sldMk cId="512816407" sldId="419"/>
        </pc:sldMkLst>
        <pc:spChg chg="mod">
          <ac:chgData name="Guest User" userId="fd98b2f48b61e251" providerId="Windows Live" clId="Web-{726AEC0F-3791-4FE5-B943-3D64C11ECDE6}" dt="2018-03-30T16:09:53.896" v="950"/>
          <ac:spMkLst>
            <pc:docMk/>
            <pc:sldMk cId="512816407" sldId="419"/>
            <ac:spMk id="2" creationId="{B4CDB47A-2387-47D2-B283-C5B67545F12D}"/>
          </ac:spMkLst>
        </pc:spChg>
        <pc:spChg chg="mod">
          <ac:chgData name="Guest User" userId="fd98b2f48b61e251" providerId="Windows Live" clId="Web-{726AEC0F-3791-4FE5-B943-3D64C11ECDE6}" dt="2018-03-30T16:28:51.515" v="1358"/>
          <ac:spMkLst>
            <pc:docMk/>
            <pc:sldMk cId="512816407" sldId="419"/>
            <ac:spMk id="3" creationId="{A86E0C7D-3263-426B-98CE-2CA9429FAFB8}"/>
          </ac:spMkLst>
        </pc:spChg>
      </pc:sldChg>
    </pc:docChg>
  </pc:docChgLst>
  <pc:docChgLst>
    <pc:chgData name="Daniel Moniry-Abyaneh" userId="609528b46dd255ef" providerId="Windows Live" clId="Web-{5FCA9E90-9867-4B94-A6D5-4C4E0479EEB3}"/>
    <pc:docChg chg="modSld">
      <pc:chgData name="Daniel Moniry-Abyaneh" userId="609528b46dd255ef" providerId="Windows Live" clId="Web-{5FCA9E90-9867-4B94-A6D5-4C4E0479EEB3}" dt="2018-03-04T16:28:23.376" v="201"/>
      <pc:docMkLst>
        <pc:docMk/>
      </pc:docMkLst>
      <pc:sldChg chg="modSp">
        <pc:chgData name="Daniel Moniry-Abyaneh" userId="609528b46dd255ef" providerId="Windows Live" clId="Web-{5FCA9E90-9867-4B94-A6D5-4C4E0479EEB3}" dt="2018-03-04T16:27:12.439" v="184"/>
        <pc:sldMkLst>
          <pc:docMk/>
          <pc:sldMk cId="2499791184" sldId="256"/>
        </pc:sldMkLst>
        <pc:spChg chg="mod">
          <ac:chgData name="Daniel Moniry-Abyaneh" userId="609528b46dd255ef" providerId="Windows Live" clId="Web-{5FCA9E90-9867-4B94-A6D5-4C4E0479EEB3}" dt="2018-03-04T16:26:38.720" v="136"/>
          <ac:spMkLst>
            <pc:docMk/>
            <pc:sldMk cId="2499791184" sldId="256"/>
            <ac:spMk id="2" creationId="{00000000-0000-0000-0000-000000000000}"/>
          </ac:spMkLst>
        </pc:spChg>
        <pc:spChg chg="mod">
          <ac:chgData name="Daniel Moniry-Abyaneh" userId="609528b46dd255ef" providerId="Windows Live" clId="Web-{5FCA9E90-9867-4B94-A6D5-4C4E0479EEB3}" dt="2018-03-04T16:27:12.439" v="184"/>
          <ac:spMkLst>
            <pc:docMk/>
            <pc:sldMk cId="2499791184" sldId="256"/>
            <ac:spMk id="3" creationId="{00000000-0000-0000-0000-000000000000}"/>
          </ac:spMkLst>
        </pc:spChg>
      </pc:sldChg>
    </pc:docChg>
  </pc:docChgLst>
  <pc:docChgLst>
    <pc:chgData name="Guest User" providerId="Windows Live" clId="Web-{AB264519-6686-48B9-A5F2-6D5958065C9C}"/>
    <pc:docChg chg="modSld">
      <pc:chgData name="Guest User" userId="" providerId="Windows Live" clId="Web-{AB264519-6686-48B9-A5F2-6D5958065C9C}" dt="2018-03-24T09:54:06.511" v="9"/>
      <pc:docMkLst>
        <pc:docMk/>
      </pc:docMkLst>
    </pc:docChg>
  </pc:docChgLst>
  <pc:docChgLst>
    <pc:chgData name="Guest User" providerId="Windows Live" clId="Web-{66194723-B88C-44D9-B8D6-48D55C308C68}"/>
    <pc:docChg chg="addSld delSld modSld sldOrd">
      <pc:chgData name="Guest User" userId="" providerId="Windows Live" clId="Web-{66194723-B88C-44D9-B8D6-48D55C308C68}" dt="2018-04-20T10:53:46.864" v="457"/>
      <pc:docMkLst>
        <pc:docMk/>
      </pc:docMkLst>
      <pc:sldChg chg="del">
        <pc:chgData name="Guest User" userId="" providerId="Windows Live" clId="Web-{66194723-B88C-44D9-B8D6-48D55C308C68}" dt="2018-04-20T10:19:55.293" v="1"/>
        <pc:sldMkLst>
          <pc:docMk/>
          <pc:sldMk cId="2788697534" sldId="304"/>
        </pc:sldMkLst>
      </pc:sldChg>
      <pc:sldChg chg="del">
        <pc:chgData name="Guest User" userId="" providerId="Windows Live" clId="Web-{66194723-B88C-44D9-B8D6-48D55C308C68}" dt="2018-04-20T10:19:55.715" v="2"/>
        <pc:sldMkLst>
          <pc:docMk/>
          <pc:sldMk cId="893580824" sldId="385"/>
        </pc:sldMkLst>
      </pc:sldChg>
      <pc:sldChg chg="del">
        <pc:chgData name="Guest User" userId="" providerId="Windows Live" clId="Web-{66194723-B88C-44D9-B8D6-48D55C308C68}" dt="2018-04-20T10:19:59.433" v="5"/>
        <pc:sldMkLst>
          <pc:docMk/>
          <pc:sldMk cId="3620735176" sldId="386"/>
        </pc:sldMkLst>
      </pc:sldChg>
      <pc:sldChg chg="del">
        <pc:chgData name="Guest User" userId="" providerId="Windows Live" clId="Web-{66194723-B88C-44D9-B8D6-48D55C308C68}" dt="2018-04-20T10:19:56.387" v="3"/>
        <pc:sldMkLst>
          <pc:docMk/>
          <pc:sldMk cId="521553742" sldId="387"/>
        </pc:sldMkLst>
      </pc:sldChg>
      <pc:sldChg chg="del">
        <pc:chgData name="Guest User" userId="" providerId="Windows Live" clId="Web-{66194723-B88C-44D9-B8D6-48D55C308C68}" dt="2018-04-20T10:19:58.183" v="4"/>
        <pc:sldMkLst>
          <pc:docMk/>
          <pc:sldMk cId="993195831" sldId="388"/>
        </pc:sldMkLst>
      </pc:sldChg>
      <pc:sldChg chg="del">
        <pc:chgData name="Guest User" userId="" providerId="Windows Live" clId="Web-{66194723-B88C-44D9-B8D6-48D55C308C68}" dt="2018-04-20T10:20:00.355" v="6"/>
        <pc:sldMkLst>
          <pc:docMk/>
          <pc:sldMk cId="3945530219" sldId="389"/>
        </pc:sldMkLst>
      </pc:sldChg>
      <pc:sldChg chg="del">
        <pc:chgData name="Guest User" userId="" providerId="Windows Live" clId="Web-{66194723-B88C-44D9-B8D6-48D55C308C68}" dt="2018-04-20T10:19:52.449" v="0"/>
        <pc:sldMkLst>
          <pc:docMk/>
          <pc:sldMk cId="1065182317" sldId="390"/>
        </pc:sldMkLst>
      </pc:sldChg>
      <pc:sldChg chg="del">
        <pc:chgData name="Guest User" userId="" providerId="Windows Live" clId="Web-{66194723-B88C-44D9-B8D6-48D55C308C68}" dt="2018-04-20T10:20:01.058" v="7"/>
        <pc:sldMkLst>
          <pc:docMk/>
          <pc:sldMk cId="2304014531" sldId="391"/>
        </pc:sldMkLst>
      </pc:sldChg>
      <pc:sldChg chg="del">
        <pc:chgData name="Guest User" userId="" providerId="Windows Live" clId="Web-{66194723-B88C-44D9-B8D6-48D55C308C68}" dt="2018-04-20T10:20:05.808" v="11"/>
        <pc:sldMkLst>
          <pc:docMk/>
          <pc:sldMk cId="40177978" sldId="393"/>
        </pc:sldMkLst>
      </pc:sldChg>
      <pc:sldChg chg="del">
        <pc:chgData name="Guest User" userId="" providerId="Windows Live" clId="Web-{66194723-B88C-44D9-B8D6-48D55C308C68}" dt="2018-04-20T10:20:06.808" v="12"/>
        <pc:sldMkLst>
          <pc:docMk/>
          <pc:sldMk cId="2093862750" sldId="394"/>
        </pc:sldMkLst>
      </pc:sldChg>
      <pc:sldChg chg="del">
        <pc:chgData name="Guest User" userId="" providerId="Windows Live" clId="Web-{66194723-B88C-44D9-B8D6-48D55C308C68}" dt="2018-04-20T10:20:08.168" v="13"/>
        <pc:sldMkLst>
          <pc:docMk/>
          <pc:sldMk cId="1870883420" sldId="395"/>
        </pc:sldMkLst>
      </pc:sldChg>
      <pc:sldChg chg="del">
        <pc:chgData name="Guest User" userId="" providerId="Windows Live" clId="Web-{66194723-B88C-44D9-B8D6-48D55C308C68}" dt="2018-04-20T10:20:08.887" v="14"/>
        <pc:sldMkLst>
          <pc:docMk/>
          <pc:sldMk cId="3288712808" sldId="396"/>
        </pc:sldMkLst>
      </pc:sldChg>
      <pc:sldChg chg="del">
        <pc:chgData name="Guest User" userId="" providerId="Windows Live" clId="Web-{66194723-B88C-44D9-B8D6-48D55C308C68}" dt="2018-04-20T10:20:09.933" v="15"/>
        <pc:sldMkLst>
          <pc:docMk/>
          <pc:sldMk cId="1488355642" sldId="397"/>
        </pc:sldMkLst>
      </pc:sldChg>
      <pc:sldChg chg="del">
        <pc:chgData name="Guest User" userId="" providerId="Windows Live" clId="Web-{66194723-B88C-44D9-B8D6-48D55C308C68}" dt="2018-04-20T10:20:11.105" v="16"/>
        <pc:sldMkLst>
          <pc:docMk/>
          <pc:sldMk cId="2995019548" sldId="398"/>
        </pc:sldMkLst>
      </pc:sldChg>
      <pc:sldChg chg="del">
        <pc:chgData name="Guest User" userId="" providerId="Windows Live" clId="Web-{66194723-B88C-44D9-B8D6-48D55C308C68}" dt="2018-04-20T10:20:11.684" v="17"/>
        <pc:sldMkLst>
          <pc:docMk/>
          <pc:sldMk cId="2100093031" sldId="399"/>
        </pc:sldMkLst>
      </pc:sldChg>
      <pc:sldChg chg="del">
        <pc:chgData name="Guest User" userId="" providerId="Windows Live" clId="Web-{66194723-B88C-44D9-B8D6-48D55C308C68}" dt="2018-04-20T10:20:12.496" v="18"/>
        <pc:sldMkLst>
          <pc:docMk/>
          <pc:sldMk cId="1778163941" sldId="400"/>
        </pc:sldMkLst>
      </pc:sldChg>
      <pc:sldChg chg="del">
        <pc:chgData name="Guest User" userId="" providerId="Windows Live" clId="Web-{66194723-B88C-44D9-B8D6-48D55C308C68}" dt="2018-04-20T10:20:13.652" v="19"/>
        <pc:sldMkLst>
          <pc:docMk/>
          <pc:sldMk cId="124102710" sldId="401"/>
        </pc:sldMkLst>
      </pc:sldChg>
      <pc:sldChg chg="del">
        <pc:chgData name="Guest User" userId="" providerId="Windows Live" clId="Web-{66194723-B88C-44D9-B8D6-48D55C308C68}" dt="2018-04-20T10:20:14.262" v="20"/>
        <pc:sldMkLst>
          <pc:docMk/>
          <pc:sldMk cId="3552992404" sldId="402"/>
        </pc:sldMkLst>
      </pc:sldChg>
      <pc:sldChg chg="del">
        <pc:chgData name="Guest User" userId="" providerId="Windows Live" clId="Web-{66194723-B88C-44D9-B8D6-48D55C308C68}" dt="2018-04-20T10:20:14.918" v="21"/>
        <pc:sldMkLst>
          <pc:docMk/>
          <pc:sldMk cId="4027941693" sldId="403"/>
        </pc:sldMkLst>
      </pc:sldChg>
      <pc:sldChg chg="del">
        <pc:chgData name="Guest User" userId="" providerId="Windows Live" clId="Web-{66194723-B88C-44D9-B8D6-48D55C308C68}" dt="2018-04-20T10:20:17.652" v="24"/>
        <pc:sldMkLst>
          <pc:docMk/>
          <pc:sldMk cId="3006257960" sldId="404"/>
        </pc:sldMkLst>
      </pc:sldChg>
      <pc:sldChg chg="del">
        <pc:chgData name="Guest User" userId="" providerId="Windows Live" clId="Web-{66194723-B88C-44D9-B8D6-48D55C308C68}" dt="2018-04-20T10:20:18.996" v="25"/>
        <pc:sldMkLst>
          <pc:docMk/>
          <pc:sldMk cId="3195233200" sldId="405"/>
        </pc:sldMkLst>
      </pc:sldChg>
      <pc:sldChg chg="del">
        <pc:chgData name="Guest User" userId="" providerId="Windows Live" clId="Web-{66194723-B88C-44D9-B8D6-48D55C308C68}" dt="2018-04-20T10:20:19.699" v="26"/>
        <pc:sldMkLst>
          <pc:docMk/>
          <pc:sldMk cId="82441915" sldId="407"/>
        </pc:sldMkLst>
      </pc:sldChg>
      <pc:sldChg chg="del">
        <pc:chgData name="Guest User" userId="" providerId="Windows Live" clId="Web-{66194723-B88C-44D9-B8D6-48D55C308C68}" dt="2018-04-20T10:20:22.512" v="28"/>
        <pc:sldMkLst>
          <pc:docMk/>
          <pc:sldMk cId="3076212253" sldId="408"/>
        </pc:sldMkLst>
      </pc:sldChg>
      <pc:sldChg chg="del">
        <pc:chgData name="Guest User" userId="" providerId="Windows Live" clId="Web-{66194723-B88C-44D9-B8D6-48D55C308C68}" dt="2018-04-20T10:20:15.512" v="22"/>
        <pc:sldMkLst>
          <pc:docMk/>
          <pc:sldMk cId="1857070582" sldId="409"/>
        </pc:sldMkLst>
      </pc:sldChg>
      <pc:sldChg chg="del">
        <pc:chgData name="Guest User" userId="" providerId="Windows Live" clId="Web-{66194723-B88C-44D9-B8D6-48D55C308C68}" dt="2018-04-20T10:20:16.621" v="23"/>
        <pc:sldMkLst>
          <pc:docMk/>
          <pc:sldMk cId="1113645329" sldId="410"/>
        </pc:sldMkLst>
      </pc:sldChg>
      <pc:sldChg chg="del">
        <pc:chgData name="Guest User" userId="" providerId="Windows Live" clId="Web-{66194723-B88C-44D9-B8D6-48D55C308C68}" dt="2018-04-20T10:20:23.887" v="29"/>
        <pc:sldMkLst>
          <pc:docMk/>
          <pc:sldMk cId="212291144" sldId="411"/>
        </pc:sldMkLst>
      </pc:sldChg>
      <pc:sldChg chg="del">
        <pc:chgData name="Guest User" userId="" providerId="Windows Live" clId="Web-{66194723-B88C-44D9-B8D6-48D55C308C68}" dt="2018-04-20T10:20:20.762" v="27"/>
        <pc:sldMkLst>
          <pc:docMk/>
          <pc:sldMk cId="527933551" sldId="414"/>
        </pc:sldMkLst>
      </pc:sldChg>
      <pc:sldChg chg="del">
        <pc:chgData name="Guest User" userId="" providerId="Windows Live" clId="Web-{66194723-B88C-44D9-B8D6-48D55C308C68}" dt="2018-04-20T10:20:24.887" v="30"/>
        <pc:sldMkLst>
          <pc:docMk/>
          <pc:sldMk cId="4132066269" sldId="415"/>
        </pc:sldMkLst>
      </pc:sldChg>
      <pc:sldChg chg="del">
        <pc:chgData name="Guest User" userId="" providerId="Windows Live" clId="Web-{66194723-B88C-44D9-B8D6-48D55C308C68}" dt="2018-04-20T10:20:27.387" v="32"/>
        <pc:sldMkLst>
          <pc:docMk/>
          <pc:sldMk cId="227208308" sldId="416"/>
        </pc:sldMkLst>
      </pc:sldChg>
      <pc:sldChg chg="del">
        <pc:chgData name="Guest User" userId="" providerId="Windows Live" clId="Web-{66194723-B88C-44D9-B8D6-48D55C308C68}" dt="2018-04-20T10:20:25.605" v="31"/>
        <pc:sldMkLst>
          <pc:docMk/>
          <pc:sldMk cId="1256848242" sldId="417"/>
        </pc:sldMkLst>
      </pc:sldChg>
      <pc:sldChg chg="del">
        <pc:chgData name="Guest User" userId="" providerId="Windows Live" clId="Web-{66194723-B88C-44D9-B8D6-48D55C308C68}" dt="2018-04-20T10:20:28.027" v="33"/>
        <pc:sldMkLst>
          <pc:docMk/>
          <pc:sldMk cId="1253608524" sldId="418"/>
        </pc:sldMkLst>
      </pc:sldChg>
      <pc:sldChg chg="del">
        <pc:chgData name="Guest User" userId="" providerId="Windows Live" clId="Web-{66194723-B88C-44D9-B8D6-48D55C308C68}" dt="2018-04-20T10:20:29.418" v="34"/>
        <pc:sldMkLst>
          <pc:docMk/>
          <pc:sldMk cId="512816407" sldId="419"/>
        </pc:sldMkLst>
      </pc:sldChg>
      <pc:sldChg chg="del">
        <pc:chgData name="Guest User" userId="" providerId="Windows Live" clId="Web-{66194723-B88C-44D9-B8D6-48D55C308C68}" dt="2018-04-20T10:21:06.574" v="42"/>
        <pc:sldMkLst>
          <pc:docMk/>
          <pc:sldMk cId="2845133442" sldId="420"/>
        </pc:sldMkLst>
      </pc:sldChg>
      <pc:sldChg chg="add del">
        <pc:chgData name="Guest User" userId="" providerId="Windows Live" clId="Web-{66194723-B88C-44D9-B8D6-48D55C308C68}" dt="2018-04-20T10:20:51.965" v="39"/>
        <pc:sldMkLst>
          <pc:docMk/>
          <pc:sldMk cId="1210256745" sldId="426"/>
        </pc:sldMkLst>
      </pc:sldChg>
      <pc:sldChg chg="modSp new">
        <pc:chgData name="Guest User" userId="" providerId="Windows Live" clId="Web-{66194723-B88C-44D9-B8D6-48D55C308C68}" dt="2018-04-20T10:30:18.264" v="170"/>
        <pc:sldMkLst>
          <pc:docMk/>
          <pc:sldMk cId="2619011367" sldId="426"/>
        </pc:sldMkLst>
        <pc:spChg chg="mod">
          <ac:chgData name="Guest User" userId="" providerId="Windows Live" clId="Web-{66194723-B88C-44D9-B8D6-48D55C308C68}" dt="2018-04-20T10:28:09.529" v="50"/>
          <ac:spMkLst>
            <pc:docMk/>
            <pc:sldMk cId="2619011367" sldId="426"/>
            <ac:spMk id="2" creationId="{9D2203D7-0EC6-4418-BD8C-239A4D58E371}"/>
          </ac:spMkLst>
        </pc:spChg>
        <pc:spChg chg="mod">
          <ac:chgData name="Guest User" userId="" providerId="Windows Live" clId="Web-{66194723-B88C-44D9-B8D6-48D55C308C68}" dt="2018-04-20T10:30:18.264" v="170"/>
          <ac:spMkLst>
            <pc:docMk/>
            <pc:sldMk cId="2619011367" sldId="426"/>
            <ac:spMk id="3" creationId="{53FF0CAF-C4C7-4A6E-87EB-B252DB7C9970}"/>
          </ac:spMkLst>
        </pc:spChg>
      </pc:sldChg>
      <pc:sldChg chg="addSp delSp modSp new">
        <pc:chgData name="Guest User" userId="" providerId="Windows Live" clId="Web-{66194723-B88C-44D9-B8D6-48D55C308C68}" dt="2018-04-20T10:30:40.530" v="181"/>
        <pc:sldMkLst>
          <pc:docMk/>
          <pc:sldMk cId="1884580635" sldId="427"/>
        </pc:sldMkLst>
        <pc:spChg chg="mod">
          <ac:chgData name="Guest User" userId="" providerId="Windows Live" clId="Web-{66194723-B88C-44D9-B8D6-48D55C308C68}" dt="2018-04-20T10:30:34.780" v="177"/>
          <ac:spMkLst>
            <pc:docMk/>
            <pc:sldMk cId="1884580635" sldId="427"/>
            <ac:spMk id="2" creationId="{DB90633F-DF4F-4CF8-9BD2-89E9A3309438}"/>
          </ac:spMkLst>
        </pc:spChg>
        <pc:spChg chg="del">
          <ac:chgData name="Guest User" userId="" providerId="Windows Live" clId="Web-{66194723-B88C-44D9-B8D6-48D55C308C68}" dt="2018-04-20T10:30:35.905" v="179"/>
          <ac:spMkLst>
            <pc:docMk/>
            <pc:sldMk cId="1884580635" sldId="427"/>
            <ac:spMk id="3" creationId="{80C37FC3-63B7-4009-BC54-7DEB553783AA}"/>
          </ac:spMkLst>
        </pc:spChg>
        <pc:picChg chg="add mod ord">
          <ac:chgData name="Guest User" userId="" providerId="Windows Live" clId="Web-{66194723-B88C-44D9-B8D6-48D55C308C68}" dt="2018-04-20T10:30:40.530" v="181"/>
          <ac:picMkLst>
            <pc:docMk/>
            <pc:sldMk cId="1884580635" sldId="427"/>
            <ac:picMk id="4" creationId="{43A28286-BF5F-40DE-9421-7058CFC0F4B8}"/>
          </ac:picMkLst>
        </pc:picChg>
      </pc:sldChg>
      <pc:sldChg chg="del">
        <pc:chgData name="Guest User" userId="" providerId="Windows Live" clId="Web-{66194723-B88C-44D9-B8D6-48D55C308C68}" dt="2018-04-20T10:20:30.746" v="36"/>
        <pc:sldMkLst>
          <pc:docMk/>
          <pc:sldMk cId="2095207268" sldId="427"/>
        </pc:sldMkLst>
      </pc:sldChg>
      <pc:sldChg chg="del">
        <pc:chgData name="Guest User" userId="" providerId="Windows Live" clId="Web-{66194723-B88C-44D9-B8D6-48D55C308C68}" dt="2018-04-20T10:21:05.043" v="40"/>
        <pc:sldMkLst>
          <pc:docMk/>
          <pc:sldMk cId="1895533501" sldId="428"/>
        </pc:sldMkLst>
      </pc:sldChg>
      <pc:sldChg chg="modSp new ord">
        <pc:chgData name="Guest User" userId="" providerId="Windows Live" clId="Web-{66194723-B88C-44D9-B8D6-48D55C308C68}" dt="2018-04-20T10:31:57.374" v="248"/>
        <pc:sldMkLst>
          <pc:docMk/>
          <pc:sldMk cId="2301104757" sldId="428"/>
        </pc:sldMkLst>
        <pc:spChg chg="mod">
          <ac:chgData name="Guest User" userId="" providerId="Windows Live" clId="Web-{66194723-B88C-44D9-B8D6-48D55C308C68}" dt="2018-04-20T10:31:05.952" v="184"/>
          <ac:spMkLst>
            <pc:docMk/>
            <pc:sldMk cId="2301104757" sldId="428"/>
            <ac:spMk id="2" creationId="{A75F888D-11B2-4099-B5EF-B46639B26FAE}"/>
          </ac:spMkLst>
        </pc:spChg>
        <pc:spChg chg="mod">
          <ac:chgData name="Guest User" userId="" providerId="Windows Live" clId="Web-{66194723-B88C-44D9-B8D6-48D55C308C68}" dt="2018-04-20T10:31:57.374" v="248"/>
          <ac:spMkLst>
            <pc:docMk/>
            <pc:sldMk cId="2301104757" sldId="428"/>
            <ac:spMk id="3" creationId="{C65A9660-490A-4B22-8F0A-BB4013A49313}"/>
          </ac:spMkLst>
        </pc:spChg>
      </pc:sldChg>
      <pc:sldChg chg="modSp new">
        <pc:chgData name="Guest User" userId="" providerId="Windows Live" clId="Web-{66194723-B88C-44D9-B8D6-48D55C308C68}" dt="2018-04-20T10:37:41.313" v="404"/>
        <pc:sldMkLst>
          <pc:docMk/>
          <pc:sldMk cId="517298216" sldId="429"/>
        </pc:sldMkLst>
        <pc:spChg chg="mod">
          <ac:chgData name="Guest User" userId="" providerId="Windows Live" clId="Web-{66194723-B88C-44D9-B8D6-48D55C308C68}" dt="2018-04-20T10:35:12.890" v="277"/>
          <ac:spMkLst>
            <pc:docMk/>
            <pc:sldMk cId="517298216" sldId="429"/>
            <ac:spMk id="2" creationId="{B2A7E18E-7971-4408-BD2C-B3DB898E8CA8}"/>
          </ac:spMkLst>
        </pc:spChg>
        <pc:spChg chg="mod">
          <ac:chgData name="Guest User" userId="" providerId="Windows Live" clId="Web-{66194723-B88C-44D9-B8D6-48D55C308C68}" dt="2018-04-20T10:37:41.313" v="404"/>
          <ac:spMkLst>
            <pc:docMk/>
            <pc:sldMk cId="517298216" sldId="429"/>
            <ac:spMk id="3" creationId="{CB4A51B1-B30B-4E44-AF30-02BCC2E2E181}"/>
          </ac:spMkLst>
        </pc:spChg>
      </pc:sldChg>
      <pc:sldChg chg="del">
        <pc:chgData name="Guest User" userId="" providerId="Windows Live" clId="Web-{66194723-B88C-44D9-B8D6-48D55C308C68}" dt="2018-04-20T10:21:05.949" v="41"/>
        <pc:sldMkLst>
          <pc:docMk/>
          <pc:sldMk cId="4208852355" sldId="429"/>
        </pc:sldMkLst>
      </pc:sldChg>
      <pc:sldChg chg="modSp new">
        <pc:chgData name="Guest User" userId="" providerId="Windows Live" clId="Web-{66194723-B88C-44D9-B8D6-48D55C308C68}" dt="2018-04-20T10:53:46.864" v="456"/>
        <pc:sldMkLst>
          <pc:docMk/>
          <pc:sldMk cId="2029409633" sldId="430"/>
        </pc:sldMkLst>
        <pc:spChg chg="mod">
          <ac:chgData name="Guest User" userId="" providerId="Windows Live" clId="Web-{66194723-B88C-44D9-B8D6-48D55C308C68}" dt="2018-04-20T10:37:56.250" v="411"/>
          <ac:spMkLst>
            <pc:docMk/>
            <pc:sldMk cId="2029409633" sldId="430"/>
            <ac:spMk id="2" creationId="{2522661C-D354-4421-A178-C5FCC2D9CD6D}"/>
          </ac:spMkLst>
        </pc:spChg>
        <pc:spChg chg="mod">
          <ac:chgData name="Guest User" userId="" providerId="Windows Live" clId="Web-{66194723-B88C-44D9-B8D6-48D55C308C68}" dt="2018-04-20T10:53:46.864" v="456"/>
          <ac:spMkLst>
            <pc:docMk/>
            <pc:sldMk cId="2029409633" sldId="430"/>
            <ac:spMk id="3" creationId="{D56871ED-E5AE-47BD-A84D-638D2DBB2320}"/>
          </ac:spMkLst>
        </pc:spChg>
      </pc:sldChg>
      <pc:sldChg chg="del">
        <pc:chgData name="Guest User" userId="" providerId="Windows Live" clId="Web-{66194723-B88C-44D9-B8D6-48D55C308C68}" dt="2018-04-20T10:20:30.137" v="35"/>
        <pc:sldMkLst>
          <pc:docMk/>
          <pc:sldMk cId="2100195070" sldId="430"/>
        </pc:sldMkLst>
      </pc:sldChg>
      <pc:sldChg chg="del">
        <pc:chgData name="Guest User" userId="" providerId="Windows Live" clId="Web-{66194723-B88C-44D9-B8D6-48D55C308C68}" dt="2018-04-20T10:20:03.699" v="9"/>
        <pc:sldMkLst>
          <pc:docMk/>
          <pc:sldMk cId="2894191543" sldId="436"/>
        </pc:sldMkLst>
      </pc:sldChg>
      <pc:sldChg chg="del">
        <pc:chgData name="Guest User" userId="" providerId="Windows Live" clId="Web-{66194723-B88C-44D9-B8D6-48D55C308C68}" dt="2018-04-20T10:20:02.137" v="8"/>
        <pc:sldMkLst>
          <pc:docMk/>
          <pc:sldMk cId="2585463554" sldId="437"/>
        </pc:sldMkLst>
      </pc:sldChg>
      <pc:sldChg chg="del">
        <pc:chgData name="Guest User" userId="" providerId="Windows Live" clId="Web-{66194723-B88C-44D9-B8D6-48D55C308C68}" dt="2018-04-20T10:20:04.762" v="10"/>
        <pc:sldMkLst>
          <pc:docMk/>
          <pc:sldMk cId="3272727918" sldId="438"/>
        </pc:sldMkLst>
      </pc:sldChg>
    </pc:docChg>
  </pc:docChgLst>
  <pc:docChgLst>
    <pc:chgData name="Guest User" providerId="Windows Live" clId="Web-{0D5D21D6-722E-433A-A348-C07713DB878B}"/>
    <pc:docChg chg="addSld modSld sldOrd">
      <pc:chgData name="Guest User" userId="" providerId="Windows Live" clId="Web-{0D5D21D6-722E-433A-A348-C07713DB878B}" dt="2018-03-16T19:29:43.191" v="668"/>
      <pc:docMkLst>
        <pc:docMk/>
      </pc:docMkLst>
    </pc:docChg>
  </pc:docChgLst>
  <pc:docChgLst>
    <pc:chgData name="Ciubotariu Florin-Constantin" userId="1a9f14f2b927e270" providerId="Windows Live" clId="Web-{954E9D87-28D1-473A-B20A-A876FFF8A80F}"/>
    <pc:docChg chg="addSld modSld">
      <pc:chgData name="Ciubotariu Florin-Constantin" userId="1a9f14f2b927e270" providerId="Windows Live" clId="Web-{954E9D87-28D1-473A-B20A-A876FFF8A80F}" dt="2018-03-30T21:05:32.347" v="155"/>
      <pc:docMkLst>
        <pc:docMk/>
      </pc:docMkLst>
      <pc:sldChg chg="modSp new">
        <pc:chgData name="Ciubotariu Florin-Constantin" userId="1a9f14f2b927e270" providerId="Windows Live" clId="Web-{954E9D87-28D1-473A-B20A-A876FFF8A80F}" dt="2018-03-30T21:01:28.561" v="39"/>
        <pc:sldMkLst>
          <pc:docMk/>
          <pc:sldMk cId="2845133442" sldId="420"/>
        </pc:sldMkLst>
        <pc:spChg chg="mod">
          <ac:chgData name="Ciubotariu Florin-Constantin" userId="1a9f14f2b927e270" providerId="Windows Live" clId="Web-{954E9D87-28D1-473A-B20A-A876FFF8A80F}" dt="2018-03-30T21:01:28.561" v="39"/>
          <ac:spMkLst>
            <pc:docMk/>
            <pc:sldMk cId="2845133442" sldId="420"/>
            <ac:spMk id="2" creationId="{D59E2F89-5BBE-4CD4-8C79-756F83933CD2}"/>
          </ac:spMkLst>
        </pc:spChg>
        <pc:spChg chg="mod">
          <ac:chgData name="Ciubotariu Florin-Constantin" userId="1a9f14f2b927e270" providerId="Windows Live" clId="Web-{954E9D87-28D1-473A-B20A-A876FFF8A80F}" dt="2018-03-30T21:01:25.592" v="33"/>
          <ac:spMkLst>
            <pc:docMk/>
            <pc:sldMk cId="2845133442" sldId="420"/>
            <ac:spMk id="3" creationId="{F18147EF-8924-4C00-BA63-F2462881C3DA}"/>
          </ac:spMkLst>
        </pc:spChg>
      </pc:sldChg>
      <pc:sldChg chg="modSp new">
        <pc:chgData name="Ciubotariu Florin-Constantin" userId="1a9f14f2b927e270" providerId="Windows Live" clId="Web-{954E9D87-28D1-473A-B20A-A876FFF8A80F}" dt="2018-03-30T21:01:53.999" v="55"/>
        <pc:sldMkLst>
          <pc:docMk/>
          <pc:sldMk cId="4273989101" sldId="421"/>
        </pc:sldMkLst>
        <pc:spChg chg="mod">
          <ac:chgData name="Ciubotariu Florin-Constantin" userId="1a9f14f2b927e270" providerId="Windows Live" clId="Web-{954E9D87-28D1-473A-B20A-A876FFF8A80F}" dt="2018-03-30T21:01:52.780" v="51"/>
          <ac:spMkLst>
            <pc:docMk/>
            <pc:sldMk cId="4273989101" sldId="421"/>
            <ac:spMk id="2" creationId="{3FCAD992-833B-4734-A8B7-EBBA5EE28AD5}"/>
          </ac:spMkLst>
        </pc:spChg>
        <pc:spChg chg="mod">
          <ac:chgData name="Ciubotariu Florin-Constantin" userId="1a9f14f2b927e270" providerId="Windows Live" clId="Web-{954E9D87-28D1-473A-B20A-A876FFF8A80F}" dt="2018-03-30T21:01:53.999" v="55"/>
          <ac:spMkLst>
            <pc:docMk/>
            <pc:sldMk cId="4273989101" sldId="421"/>
            <ac:spMk id="3" creationId="{24763FDE-98B7-4790-97BB-B589D8C45BE1}"/>
          </ac:spMkLst>
        </pc:spChg>
      </pc:sldChg>
      <pc:sldChg chg="modSp new">
        <pc:chgData name="Ciubotariu Florin-Constantin" userId="1a9f14f2b927e270" providerId="Windows Live" clId="Web-{954E9D87-28D1-473A-B20A-A876FFF8A80F}" dt="2018-03-30T21:05:32.347" v="154"/>
        <pc:sldMkLst>
          <pc:docMk/>
          <pc:sldMk cId="3908700609" sldId="422"/>
        </pc:sldMkLst>
        <pc:spChg chg="mod">
          <ac:chgData name="Ciubotariu Florin-Constantin" userId="1a9f14f2b927e270" providerId="Windows Live" clId="Web-{954E9D87-28D1-473A-B20A-A876FFF8A80F}" dt="2018-03-30T21:03:55.112" v="66"/>
          <ac:spMkLst>
            <pc:docMk/>
            <pc:sldMk cId="3908700609" sldId="422"/>
            <ac:spMk id="2" creationId="{78F6DC44-CE84-42DF-96B2-8BCE42537391}"/>
          </ac:spMkLst>
        </pc:spChg>
        <pc:spChg chg="mod">
          <ac:chgData name="Ciubotariu Florin-Constantin" userId="1a9f14f2b927e270" providerId="Windows Live" clId="Web-{954E9D87-28D1-473A-B20A-A876FFF8A80F}" dt="2018-03-30T21:05:32.347" v="154"/>
          <ac:spMkLst>
            <pc:docMk/>
            <pc:sldMk cId="3908700609" sldId="422"/>
            <ac:spMk id="3" creationId="{9A46AE05-BA26-4FE3-ABA2-36079D65DA8F}"/>
          </ac:spMkLst>
        </pc:spChg>
      </pc:sldChg>
    </pc:docChg>
  </pc:docChgLst>
  <pc:docChgLst>
    <pc:chgData name="Guest User" providerId="Windows Live" clId="Web-{FA06E734-0EEE-4CBC-8B17-AC5A9CC4A0FE}"/>
    <pc:docChg chg="modSld">
      <pc:chgData name="Guest User" userId="" providerId="Windows Live" clId="Web-{FA06E734-0EEE-4CBC-8B17-AC5A9CC4A0FE}" dt="2018-03-24T08:03:42.295" v="4"/>
      <pc:docMkLst>
        <pc:docMk/>
      </pc:docMkLst>
    </pc:docChg>
  </pc:docChgLst>
  <pc:docChgLst>
    <pc:chgData name="Guest User" providerId="Windows Live" clId="Web-{DA163268-4FE5-4F75-8614-45C7D61D423D}"/>
    <pc:docChg chg="addSld modSld sldOrd">
      <pc:chgData name="Guest User" userId="" providerId="Windows Live" clId="Web-{DA163268-4FE5-4F75-8614-45C7D61D423D}" dt="2018-03-09T18:37:38.200" v="709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ACFA4-361F-4CE1-8E31-D2599FC815E7}" type="datetimeFigureOut">
              <a:rPr lang="en-US" smtClean="0"/>
              <a:t>4/20/2018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4834B-C137-4C7F-815C-5C69FAF033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2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dirty="0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4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58900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4830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1361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1041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316429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48601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4152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307801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4770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16751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596171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53728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4349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evărat sau f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o-RO" dirty="0"/>
              <a:t>Editați stilurile de text coordonator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dirty="0"/>
              <a:t>Editați stilurile de text coordonator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633346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53410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76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  <p:sldLayoutId id="2147484778" r:id="rId16"/>
    <p:sldLayoutId id="2147484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dirty="0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o-RO" dirty="0"/>
              <a:t>Editați stilurile de text coordonator</a:t>
            </a:r>
          </a:p>
          <a:p>
            <a:pPr lvl="1"/>
            <a:r>
              <a:rPr lang="ro-RO" dirty="0"/>
              <a:t>Al doilea nivel</a:t>
            </a:r>
          </a:p>
          <a:p>
            <a:pPr lvl="2"/>
            <a:r>
              <a:rPr lang="ro-RO" dirty="0"/>
              <a:t>Al treilea nivel</a:t>
            </a:r>
          </a:p>
          <a:p>
            <a:pPr lvl="3"/>
            <a:r>
              <a:rPr lang="ro-RO" dirty="0"/>
              <a:t>Al patrulea nivel</a:t>
            </a:r>
          </a:p>
          <a:p>
            <a:pPr lvl="4"/>
            <a:r>
              <a:rPr lang="ro-RO" dirty="0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363E8AD-4F80-492A-97A9-79DD5BB5D54F}" type="datetimeFigureOut">
              <a:rPr lang="ro-RO" smtClean="0"/>
              <a:t>20.04.2018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B6C7AF6-F5DD-4AA3-9281-1BCA95A92161}" type="slidenum">
              <a:rPr lang="ro-RO" smtClean="0"/>
              <a:t>‹#›</a:t>
            </a:fld>
            <a:endParaRPr lang="ro-RO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098" y="5416337"/>
            <a:ext cx="1660902" cy="14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7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81" r:id="rId1"/>
    <p:sldLayoutId id="2147484782" r:id="rId2"/>
    <p:sldLayoutId id="2147484783" r:id="rId3"/>
    <p:sldLayoutId id="2147484784" r:id="rId4"/>
    <p:sldLayoutId id="2147484785" r:id="rId5"/>
    <p:sldLayoutId id="2147484786" r:id="rId6"/>
    <p:sldLayoutId id="2147484787" r:id="rId7"/>
    <p:sldLayoutId id="2147484788" r:id="rId8"/>
    <p:sldLayoutId id="2147484789" r:id="rId9"/>
    <p:sldLayoutId id="2147484790" r:id="rId10"/>
    <p:sldLayoutId id="2147484791" r:id="rId11"/>
    <p:sldLayoutId id="2147484792" r:id="rId12"/>
    <p:sldLayoutId id="2147484793" r:id="rId13"/>
    <p:sldLayoutId id="2147484794" r:id="rId14"/>
    <p:sldLayoutId id="2147484795" r:id="rId15"/>
    <p:sldLayoutId id="2147484796" r:id="rId16"/>
    <p:sldLayoutId id="2147484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@Url.Action(%22Index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o-RO"/>
              <a:t>ASP.NET Core,</a:t>
            </a:r>
            <a:br>
              <a:rPr lang="en-US" dirty="0">
                <a:latin typeface="+mj-ea"/>
                <a:cs typeface="+mj-ea"/>
              </a:rPr>
            </a:br>
            <a:r>
              <a:rPr lang="ro-RO" err="1"/>
              <a:t>PEEk</a:t>
            </a:r>
            <a:r>
              <a:rPr lang="ro-RO"/>
              <a:t> </a:t>
            </a:r>
            <a:r>
              <a:rPr lang="ro-RO" err="1"/>
              <a:t>into</a:t>
            </a:r>
            <a:r>
              <a:rPr lang="ro-RO"/>
              <a:t> </a:t>
            </a:r>
            <a:r>
              <a:rPr lang="ro-RO" err="1"/>
              <a:t>the</a:t>
            </a:r>
            <a:r>
              <a:rPr lang="ro-RO"/>
              <a:t> </a:t>
            </a:r>
            <a:r>
              <a:rPr lang="ro-RO" err="1"/>
              <a:t>future</a:t>
            </a:r>
            <a:r>
              <a:rPr lang="ro-RO"/>
              <a:t> 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err="1"/>
              <a:t>By</a:t>
            </a:r>
            <a:r>
              <a:rPr lang="ro-RO"/>
              <a:t> Expert </a:t>
            </a:r>
            <a:r>
              <a:rPr lang="ro-RO" err="1"/>
              <a:t>Network</a:t>
            </a:r>
          </a:p>
          <a:p>
            <a:r>
              <a:rPr lang="ro-RO"/>
              <a:t>@FII Practic</a:t>
            </a:r>
          </a:p>
        </p:txBody>
      </p:sp>
    </p:spTree>
    <p:extLst>
      <p:ext uri="{BB962C8B-B14F-4D97-AF65-F5344CB8AC3E}">
        <p14:creationId xmlns:p14="http://schemas.microsoft.com/office/powerpoint/2010/main" val="2499791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Guest(S)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270081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E553EA9-3EA1-4805-859D-2DB2BD9CE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Razor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8E1D93D-C198-4259-932E-D730D8A66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is</a:t>
            </a:r>
            <a:r>
              <a:rPr lang="ro-RO" dirty="0"/>
              <a:t> a </a:t>
            </a:r>
            <a:r>
              <a:rPr lang="ro-RO" dirty="0" err="1"/>
              <a:t>markup</a:t>
            </a:r>
            <a:r>
              <a:rPr lang="ro-RO" dirty="0"/>
              <a:t> </a:t>
            </a:r>
            <a:r>
              <a:rPr lang="ro-RO" dirty="0" err="1"/>
              <a:t>syntax</a:t>
            </a:r>
            <a:r>
              <a:rPr lang="ro-RO" dirty="0"/>
              <a:t> for </a:t>
            </a:r>
            <a:r>
              <a:rPr lang="ro-RO" dirty="0" err="1"/>
              <a:t>embedding</a:t>
            </a:r>
            <a:r>
              <a:rPr lang="ro-RO" dirty="0"/>
              <a:t> service-</a:t>
            </a:r>
            <a:r>
              <a:rPr lang="ro-RO" dirty="0" err="1"/>
              <a:t>based</a:t>
            </a:r>
            <a:r>
              <a:rPr lang="ro-RO" dirty="0"/>
              <a:t> code </a:t>
            </a:r>
            <a:r>
              <a:rPr lang="ro-RO" dirty="0" err="1"/>
              <a:t>into</a:t>
            </a:r>
            <a:r>
              <a:rPr lang="ro-RO" dirty="0"/>
              <a:t> </a:t>
            </a:r>
            <a:r>
              <a:rPr lang="ro-RO" dirty="0" err="1"/>
              <a:t>webpages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 err="1"/>
              <a:t>Consists</a:t>
            </a:r>
            <a:r>
              <a:rPr lang="ro-RO" dirty="0"/>
              <a:t> of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markup</a:t>
            </a:r>
            <a:r>
              <a:rPr lang="ro-RO" dirty="0"/>
              <a:t>, C#, </a:t>
            </a:r>
            <a:r>
              <a:rPr lang="ro-RO" dirty="0" err="1"/>
              <a:t>and</a:t>
            </a:r>
            <a:r>
              <a:rPr lang="ro-RO" dirty="0"/>
              <a:t> HTML.</a:t>
            </a:r>
          </a:p>
          <a:p>
            <a:pPr marL="0" indent="0">
              <a:buNone/>
            </a:pPr>
            <a:r>
              <a:rPr lang="ro-RO" dirty="0" err="1"/>
              <a:t>Files</a:t>
            </a:r>
            <a:r>
              <a:rPr lang="ro-RO" dirty="0"/>
              <a:t> </a:t>
            </a:r>
            <a:r>
              <a:rPr lang="ro-RO" dirty="0" err="1"/>
              <a:t>containing</a:t>
            </a:r>
            <a:r>
              <a:rPr lang="ro-RO" dirty="0"/>
              <a:t>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generally</a:t>
            </a:r>
            <a:r>
              <a:rPr lang="ro-RO" dirty="0"/>
              <a:t> </a:t>
            </a:r>
            <a:r>
              <a:rPr lang="ro-RO" dirty="0" err="1"/>
              <a:t>have</a:t>
            </a:r>
            <a:r>
              <a:rPr lang="ro-RO" dirty="0"/>
              <a:t> a .</a:t>
            </a:r>
            <a:r>
              <a:rPr lang="ro-RO" dirty="0" err="1"/>
              <a:t>cshtml</a:t>
            </a:r>
            <a:r>
              <a:rPr lang="ro-RO" dirty="0"/>
              <a:t> file </a:t>
            </a:r>
            <a:r>
              <a:rPr lang="ro-RO" dirty="0" err="1"/>
              <a:t>extension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259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5E75E9A-9053-491B-B32F-F6111886E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Razor</a:t>
            </a:r>
            <a:r>
              <a:rPr lang="ro-RO" dirty="0"/>
              <a:t> code </a:t>
            </a:r>
            <a:r>
              <a:rPr lang="ro-RO" dirty="0" err="1"/>
              <a:t>blocks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B3A6238B-2907-428E-855B-A780832BE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77" y="209550"/>
            <a:ext cx="9582149" cy="477187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o-RO" dirty="0">
                <a:latin typeface="Consolas"/>
              </a:rPr>
              <a:t>@{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 var 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 = "The </a:t>
            </a:r>
            <a:r>
              <a:rPr lang="ro-RO" dirty="0" err="1">
                <a:latin typeface="Consolas"/>
              </a:rPr>
              <a:t>future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depends</a:t>
            </a:r>
            <a:r>
              <a:rPr lang="ro-RO" dirty="0">
                <a:latin typeface="Consolas"/>
              </a:rPr>
              <a:t> on </a:t>
            </a:r>
            <a:r>
              <a:rPr lang="ro-RO" dirty="0" err="1">
                <a:latin typeface="Consolas"/>
              </a:rPr>
              <a:t>what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you</a:t>
            </a:r>
            <a:r>
              <a:rPr lang="ro-RO" dirty="0">
                <a:latin typeface="Consolas"/>
              </a:rPr>
              <a:t> do </a:t>
            </a:r>
            <a:r>
              <a:rPr lang="ro-RO" dirty="0" err="1">
                <a:latin typeface="Consolas"/>
              </a:rPr>
              <a:t>today</a:t>
            </a:r>
            <a:r>
              <a:rPr lang="ro-RO" dirty="0">
                <a:latin typeface="Consolas"/>
              </a:rPr>
              <a:t>";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ro-RO" dirty="0">
                <a:latin typeface="Consolas"/>
              </a:rPr>
              <a:t>&lt;p&gt;@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&lt;/p&gt;</a:t>
            </a:r>
          </a:p>
          <a:p>
            <a:pPr marL="0" indent="0">
              <a:buNone/>
            </a:pPr>
            <a:endParaRPr lang="ro-RO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@{</a:t>
            </a: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    var 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 = "</a:t>
            </a:r>
            <a:r>
              <a:rPr lang="ro-RO" dirty="0" err="1">
                <a:latin typeface="Consolas"/>
              </a:rPr>
              <a:t>Hate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cannot</a:t>
            </a:r>
            <a:r>
              <a:rPr lang="ro-RO" dirty="0">
                <a:latin typeface="Consolas"/>
              </a:rPr>
              <a:t> drive out </a:t>
            </a:r>
            <a:r>
              <a:rPr lang="ro-RO" dirty="0" err="1">
                <a:latin typeface="Consolas"/>
              </a:rPr>
              <a:t>hate</a:t>
            </a:r>
            <a:r>
              <a:rPr lang="ro-RO" dirty="0">
                <a:latin typeface="Consolas"/>
              </a:rPr>
              <a:t>, </a:t>
            </a:r>
            <a:r>
              <a:rPr lang="ro-RO" dirty="0" err="1">
                <a:latin typeface="Consolas"/>
              </a:rPr>
              <a:t>only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love</a:t>
            </a:r>
            <a:r>
              <a:rPr lang="ro-RO" dirty="0">
                <a:latin typeface="Consolas"/>
              </a:rPr>
              <a:t> </a:t>
            </a:r>
            <a:r>
              <a:rPr lang="ro-RO" dirty="0" err="1">
                <a:latin typeface="Consolas"/>
              </a:rPr>
              <a:t>can</a:t>
            </a:r>
            <a:r>
              <a:rPr lang="ro-RO" dirty="0">
                <a:latin typeface="Consolas"/>
              </a:rPr>
              <a:t> do </a:t>
            </a:r>
            <a:r>
              <a:rPr lang="ro-RO" dirty="0" err="1">
                <a:latin typeface="Consolas"/>
              </a:rPr>
              <a:t>that</a:t>
            </a:r>
            <a:r>
              <a:rPr lang="ro-RO" dirty="0">
                <a:latin typeface="Consolas"/>
              </a:rPr>
              <a:t>.";</a:t>
            </a:r>
            <a:endParaRPr lang="en-US" dirty="0">
              <a:latin typeface="Consolas"/>
            </a:endParaRPr>
          </a:p>
          <a:p>
            <a:pPr marL="0" indent="0">
              <a:buNone/>
            </a:pPr>
            <a:r>
              <a:rPr lang="ro-RO" dirty="0">
                <a:latin typeface="Consolas"/>
              </a:rPr>
              <a:t>}</a:t>
            </a:r>
          </a:p>
          <a:p>
            <a:pPr>
              <a:buNone/>
            </a:pPr>
            <a:r>
              <a:rPr lang="ro-RO" dirty="0">
                <a:latin typeface="Consolas"/>
              </a:rPr>
              <a:t>&lt;p&gt;@</a:t>
            </a:r>
            <a:r>
              <a:rPr lang="ro-RO" dirty="0" err="1">
                <a:latin typeface="Consolas"/>
              </a:rPr>
              <a:t>quote</a:t>
            </a:r>
            <a:r>
              <a:rPr lang="ro-RO" dirty="0">
                <a:latin typeface="Consolas"/>
              </a:rPr>
              <a:t>&lt;/p&gt;</a:t>
            </a:r>
            <a:endParaRPr lang="ro-RO" dirty="0"/>
          </a:p>
          <a:p>
            <a:pPr>
              <a:buNone/>
            </a:pPr>
            <a:endParaRPr lang="ro-RO" dirty="0">
              <a:latin typeface="Consolas"/>
            </a:endParaRPr>
          </a:p>
          <a:p>
            <a:pPr>
              <a:buNone/>
            </a:pPr>
            <a:r>
              <a:rPr lang="ro-RO" dirty="0">
                <a:latin typeface="Century Gothic"/>
              </a:rPr>
              <a:t>--&gt; </a:t>
            </a:r>
            <a:r>
              <a:rPr lang="ro-RO" dirty="0" err="1">
                <a:latin typeface="Century Gothic"/>
              </a:rPr>
              <a:t>Renders</a:t>
            </a:r>
            <a:r>
              <a:rPr lang="ro-RO" dirty="0">
                <a:latin typeface="Century Gothic"/>
              </a:rPr>
              <a:t>:</a:t>
            </a:r>
            <a:endParaRPr lang="ro-RO" dirty="0">
              <a:latin typeface="Consolas"/>
            </a:endParaRPr>
          </a:p>
          <a:p>
            <a:pPr>
              <a:buNone/>
            </a:pPr>
            <a:r>
              <a:rPr lang="ro-RO" dirty="0">
                <a:latin typeface="Century Gothic"/>
              </a:rPr>
              <a:t>&lt;p&gt;The </a:t>
            </a:r>
            <a:r>
              <a:rPr lang="ro-RO" dirty="0" err="1">
                <a:latin typeface="Century Gothic"/>
              </a:rPr>
              <a:t>future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depends</a:t>
            </a:r>
            <a:r>
              <a:rPr lang="ro-RO" dirty="0">
                <a:latin typeface="Century Gothic"/>
              </a:rPr>
              <a:t> on </a:t>
            </a:r>
            <a:r>
              <a:rPr lang="ro-RO" dirty="0" err="1">
                <a:latin typeface="Century Gothic"/>
              </a:rPr>
              <a:t>what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you</a:t>
            </a:r>
            <a:r>
              <a:rPr lang="ro-RO" dirty="0">
                <a:latin typeface="Century Gothic"/>
              </a:rPr>
              <a:t> do </a:t>
            </a:r>
            <a:r>
              <a:rPr lang="ro-RO" dirty="0" err="1">
                <a:latin typeface="Century Gothic"/>
              </a:rPr>
              <a:t>today</a:t>
            </a:r>
            <a:r>
              <a:rPr lang="ro-RO" dirty="0">
                <a:latin typeface="Century Gothic"/>
              </a:rPr>
              <a:t>.&lt;/p&gt; </a:t>
            </a:r>
          </a:p>
          <a:p>
            <a:pPr>
              <a:buNone/>
            </a:pPr>
            <a:r>
              <a:rPr lang="ro-RO" dirty="0">
                <a:latin typeface="Century Gothic"/>
              </a:rPr>
              <a:t>&lt;p&gt;</a:t>
            </a:r>
            <a:r>
              <a:rPr lang="ro-RO" dirty="0" err="1">
                <a:latin typeface="Century Gothic"/>
              </a:rPr>
              <a:t>Hate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cannot</a:t>
            </a:r>
            <a:r>
              <a:rPr lang="ro-RO" dirty="0">
                <a:latin typeface="Century Gothic"/>
              </a:rPr>
              <a:t> drive out </a:t>
            </a:r>
            <a:r>
              <a:rPr lang="ro-RO" dirty="0" err="1">
                <a:latin typeface="Century Gothic"/>
              </a:rPr>
              <a:t>hate</a:t>
            </a:r>
            <a:r>
              <a:rPr lang="ro-RO" dirty="0">
                <a:latin typeface="Century Gothic"/>
              </a:rPr>
              <a:t>, </a:t>
            </a:r>
            <a:r>
              <a:rPr lang="ro-RO" dirty="0" err="1">
                <a:latin typeface="Century Gothic"/>
              </a:rPr>
              <a:t>only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love</a:t>
            </a:r>
            <a:r>
              <a:rPr lang="ro-RO" dirty="0">
                <a:latin typeface="Century Gothic"/>
              </a:rPr>
              <a:t> </a:t>
            </a:r>
            <a:r>
              <a:rPr lang="ro-RO" dirty="0" err="1">
                <a:latin typeface="Century Gothic"/>
              </a:rPr>
              <a:t>can</a:t>
            </a:r>
            <a:r>
              <a:rPr lang="ro-RO" dirty="0">
                <a:latin typeface="Century Gothic"/>
              </a:rPr>
              <a:t> do </a:t>
            </a:r>
            <a:r>
              <a:rPr lang="ro-RO" dirty="0" err="1">
                <a:latin typeface="Century Gothic"/>
              </a:rPr>
              <a:t>that</a:t>
            </a:r>
            <a:r>
              <a:rPr lang="ro-RO" dirty="0">
                <a:latin typeface="Century Gothic"/>
              </a:rPr>
              <a:t>. &lt;/p&gt;</a:t>
            </a:r>
            <a:endParaRPr lang="ro-RO" dirty="0"/>
          </a:p>
          <a:p>
            <a:pPr marL="0" indent="0">
              <a:buNone/>
            </a:pPr>
            <a:endParaRPr lang="ro-RO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108229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13E285-9091-4507-967A-E59DEDA83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noProof="1"/>
              <a:t>Razor can do more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7D1AE5D-9C84-4E40-BE6E-7537D5680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noProof="1"/>
              <a:t>Looping @for, @foreach, @while, and @do while</a:t>
            </a:r>
          </a:p>
          <a:p>
            <a:pPr>
              <a:buClr>
                <a:srgbClr val="FFFFFF"/>
              </a:buClr>
            </a:pPr>
            <a:r>
              <a:rPr lang="ro-RO" noProof="1"/>
              <a:t>Conditionals @if, else if, else, and @switch</a:t>
            </a:r>
          </a:p>
          <a:p>
            <a:pPr>
              <a:buClr>
                <a:srgbClr val="FFFFFF"/>
              </a:buClr>
            </a:pPr>
            <a:r>
              <a:rPr lang="ro-RO" noProof="1"/>
              <a:t>@try, catch, finally</a:t>
            </a:r>
          </a:p>
          <a:p>
            <a:pPr>
              <a:buClr>
                <a:srgbClr val="FFFFFF"/>
              </a:buClr>
            </a:pPr>
            <a:r>
              <a:rPr lang="ro-RO" noProof="1"/>
              <a:t>@using directive</a:t>
            </a:r>
          </a:p>
          <a:p>
            <a:pPr>
              <a:buClr>
                <a:srgbClr val="FFFFFF"/>
              </a:buClr>
            </a:pPr>
            <a:r>
              <a:rPr lang="ro-RO" noProof="1"/>
              <a:t>@model LoginViewModel (model passed to a view)</a:t>
            </a:r>
          </a:p>
        </p:txBody>
      </p:sp>
    </p:spTree>
    <p:extLst>
      <p:ext uri="{BB962C8B-B14F-4D97-AF65-F5344CB8AC3E}">
        <p14:creationId xmlns:p14="http://schemas.microsoft.com/office/powerpoint/2010/main" val="3303571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F6DC44-CE84-42DF-96B2-8BCE4253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/>
              <a:t>When</a:t>
            </a:r>
            <a:r>
              <a:rPr lang="ro-RO" dirty="0"/>
              <a:t> </a:t>
            </a:r>
            <a:r>
              <a:rPr lang="ro-RO" dirty="0" err="1"/>
              <a:t>should</a:t>
            </a:r>
            <a:r>
              <a:rPr lang="ro-RO" dirty="0"/>
              <a:t> i </a:t>
            </a:r>
            <a:r>
              <a:rPr lang="ro-RO" dirty="0" err="1"/>
              <a:t>rebuild</a:t>
            </a:r>
            <a:r>
              <a:rPr lang="ro-RO" dirty="0"/>
              <a:t>?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9A46AE05-BA26-4FE3-ABA2-36079D65DA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dirty="0" err="1"/>
              <a:t>Rebuild</a:t>
            </a:r>
            <a:r>
              <a:rPr lang="ro-RO" dirty="0"/>
              <a:t> </a:t>
            </a:r>
            <a:r>
              <a:rPr lang="ro-RO" dirty="0" err="1"/>
              <a:t>the</a:t>
            </a:r>
            <a:r>
              <a:rPr lang="ro-RO" dirty="0"/>
              <a:t> </a:t>
            </a:r>
            <a:r>
              <a:rPr lang="ro-RO" dirty="0" err="1"/>
              <a:t>project</a:t>
            </a:r>
            <a:r>
              <a:rPr lang="ro-RO" dirty="0"/>
              <a:t> </a:t>
            </a:r>
            <a:r>
              <a:rPr lang="ro-RO" dirty="0" err="1"/>
              <a:t>if</a:t>
            </a:r>
            <a:r>
              <a:rPr lang="ro-RO" dirty="0"/>
              <a:t> </a:t>
            </a:r>
            <a:r>
              <a:rPr lang="ro-RO" dirty="0" err="1"/>
              <a:t>you</a:t>
            </a:r>
            <a:r>
              <a:rPr lang="ro-RO" dirty="0"/>
              <a:t> </a:t>
            </a:r>
            <a:r>
              <a:rPr lang="ro-RO" dirty="0" err="1"/>
              <a:t>modify</a:t>
            </a:r>
            <a:r>
              <a:rPr lang="ro-RO" dirty="0"/>
              <a:t> .</a:t>
            </a:r>
            <a:r>
              <a:rPr lang="ro-RO" dirty="0" err="1"/>
              <a:t>cs</a:t>
            </a:r>
            <a:r>
              <a:rPr lang="ro-RO" dirty="0"/>
              <a:t> </a:t>
            </a:r>
            <a:r>
              <a:rPr lang="ro-RO" dirty="0" err="1"/>
              <a:t>files</a:t>
            </a:r>
            <a:r>
              <a:rPr lang="ro-RO" dirty="0"/>
              <a:t>.</a:t>
            </a:r>
          </a:p>
          <a:p>
            <a:pPr marL="0" indent="0">
              <a:buNone/>
            </a:pPr>
            <a:r>
              <a:rPr lang="ro-RO" dirty="0" err="1"/>
              <a:t>Rebuilding</a:t>
            </a:r>
            <a:r>
              <a:rPr lang="ro-RO" dirty="0"/>
              <a:t> </a:t>
            </a:r>
            <a:r>
              <a:rPr lang="ro-RO" dirty="0" err="1"/>
              <a:t>is</a:t>
            </a:r>
            <a:r>
              <a:rPr lang="ro-RO" dirty="0"/>
              <a:t> NOT </a:t>
            </a:r>
            <a:r>
              <a:rPr lang="ro-RO" dirty="0" err="1"/>
              <a:t>necessary</a:t>
            </a:r>
            <a:r>
              <a:rPr lang="ro-RO" dirty="0"/>
              <a:t> </a:t>
            </a:r>
            <a:r>
              <a:rPr lang="ro-RO" dirty="0" err="1"/>
              <a:t>when</a:t>
            </a:r>
            <a:r>
              <a:rPr lang="ro-RO" dirty="0"/>
              <a:t> </a:t>
            </a:r>
            <a:r>
              <a:rPr lang="ro-RO" dirty="0" err="1"/>
              <a:t>modifying</a:t>
            </a:r>
            <a:r>
              <a:rPr lang="ro-RO" dirty="0"/>
              <a:t> </a:t>
            </a:r>
            <a:r>
              <a:rPr lang="ro-RO" dirty="0" err="1"/>
              <a:t>Razor</a:t>
            </a:r>
            <a:r>
              <a:rPr lang="ro-RO" dirty="0"/>
              <a:t> </a:t>
            </a:r>
            <a:r>
              <a:rPr lang="ro-RO" dirty="0" err="1"/>
              <a:t>files</a:t>
            </a:r>
            <a:r>
              <a:rPr lang="ro-RO" dirty="0"/>
              <a:t> (.</a:t>
            </a:r>
            <a:r>
              <a:rPr lang="ro-RO" dirty="0" err="1"/>
              <a:t>cshtml</a:t>
            </a:r>
            <a:r>
              <a:rPr lang="ro-RO" dirty="0"/>
              <a:t>), CSS, HTML, JS.</a:t>
            </a:r>
          </a:p>
        </p:txBody>
      </p:sp>
    </p:spTree>
    <p:extLst>
      <p:ext uri="{BB962C8B-B14F-4D97-AF65-F5344CB8AC3E}">
        <p14:creationId xmlns:p14="http://schemas.microsoft.com/office/powerpoint/2010/main" val="3908700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FCAD992-833B-4734-A8B7-EBBA5EE28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It </a:t>
            </a:r>
            <a:r>
              <a:rPr lang="ro-RO" dirty="0" err="1"/>
              <a:t>is</a:t>
            </a:r>
            <a:r>
              <a:rPr lang="ro-RO" dirty="0"/>
              <a:t> </a:t>
            </a:r>
            <a:r>
              <a:rPr lang="ro-RO" dirty="0" err="1"/>
              <a:t>not</a:t>
            </a:r>
            <a:r>
              <a:rPr lang="ro-RO" dirty="0"/>
              <a:t> </a:t>
            </a:r>
            <a:r>
              <a:rPr lang="ro-RO" dirty="0" err="1"/>
              <a:t>that</a:t>
            </a:r>
            <a:r>
              <a:rPr lang="ro-RO" dirty="0"/>
              <a:t> simple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24763FDE-98B7-4790-97BB-B589D8C45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  <a:p>
            <a:pPr>
              <a:buClr>
                <a:srgbClr val="FFFFFF"/>
              </a:buClr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7398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6E19-C338-46B9-8143-DF9E437A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middleware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66A0F25-3AC1-42D3-AB5A-79EBEEE7E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211" y="685800"/>
            <a:ext cx="6271401" cy="40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13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6F284-66AE-47B9-B197-DA1D8F2B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557A0-1249-4779-90B0-9C2A32E3B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10481733" cy="3572934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noProof="1">
                <a:latin typeface="Consolas"/>
              </a:rPr>
              <a:t>      app.Use(async (context, next) =&gt;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 {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 Console.WriteLine("Someone wants something from: " + context.Request.Path);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 if (context.Request.Path.ToString().ToLower().Contains("admin"))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 {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   await context.Response.WriteAsync("Nope.");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   return;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 }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   await next.Invoke();</a:t>
            </a:r>
          </a:p>
          <a:p>
            <a:pPr>
              <a:buNone/>
            </a:pPr>
            <a:r>
              <a:rPr lang="en-US" noProof="1">
                <a:latin typeface="Consolas"/>
              </a:rPr>
              <a:t>      });</a:t>
            </a:r>
          </a:p>
        </p:txBody>
      </p:sp>
    </p:spTree>
    <p:extLst>
      <p:ext uri="{BB962C8B-B14F-4D97-AF65-F5344CB8AC3E}">
        <p14:creationId xmlns:p14="http://schemas.microsoft.com/office/powerpoint/2010/main" val="832204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03D7-0EC6-4418-BD8C-239A4D58E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compilation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F0CAF-C4C7-4A6E-87EB-B252DB7C9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Razor views are compiled at runtime when the view is invoked.</a:t>
            </a:r>
          </a:p>
          <a:p>
            <a:pPr marL="0" indent="0">
              <a:buNone/>
            </a:pPr>
            <a:r>
              <a:rPr lang="en-US" dirty="0"/>
              <a:t>    Optionally, we can compile Razor views with the app (</a:t>
            </a:r>
            <a:r>
              <a:rPr lang="en-US" dirty="0" err="1"/>
              <a:t>precompilation</a:t>
            </a:r>
            <a:r>
              <a:rPr lang="en-US" dirty="0"/>
              <a:t>). Precompiling views results in smaller published bundle and faster startup time but you can't edit Razor files after you precompile them.</a:t>
            </a:r>
          </a:p>
        </p:txBody>
      </p:sp>
    </p:spTree>
    <p:extLst>
      <p:ext uri="{BB962C8B-B14F-4D97-AF65-F5344CB8AC3E}">
        <p14:creationId xmlns:p14="http://schemas.microsoft.com/office/powerpoint/2010/main" val="2619011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888D-11B2-4099-B5EF-B46639B26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A9660-490A-4B22-8F0A-BB4013A49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Most web apps have a common layout that provides the user with a consistent experience as they navigate from page to page.</a:t>
            </a:r>
          </a:p>
          <a:p>
            <a:pPr marL="0" indent="0">
              <a:buNone/>
            </a:pPr>
            <a:r>
              <a:rPr lang="en-US" dirty="0"/>
              <a:t>    The layout typically includes common user interface elements such as the app header, navigation or menu elements, and footer.</a:t>
            </a:r>
          </a:p>
        </p:txBody>
      </p:sp>
    </p:spTree>
    <p:extLst>
      <p:ext uri="{BB962C8B-B14F-4D97-AF65-F5344CB8AC3E}">
        <p14:creationId xmlns:p14="http://schemas.microsoft.com/office/powerpoint/2010/main" val="2301104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633F-DF4F-4CF8-9BD2-89E9A3309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</a:t>
            </a:r>
          </a:p>
        </p:txBody>
      </p:sp>
      <p:pic>
        <p:nvPicPr>
          <p:cNvPr id="4" name="Picture 4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43A28286-BF5F-40DE-9421-7058CFC0F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0599" y="347133"/>
            <a:ext cx="7315792" cy="4271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8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E18E-7971-4408-BD2C-B3DB898E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place for JS and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51B1-B30B-4E44-AF30-02BCC2E2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Common HTML structures such as scripts and stylesheets are also frequently used by many pages within an app. </a:t>
            </a:r>
          </a:p>
          <a:p>
            <a:pPr marL="0" indent="0">
              <a:buNone/>
            </a:pPr>
            <a:r>
              <a:rPr lang="en-US" dirty="0"/>
              <a:t>    All of these shared elements may be defined in a </a:t>
            </a:r>
            <a:r>
              <a:rPr lang="en-US" i="1" dirty="0"/>
              <a:t>layout</a:t>
            </a:r>
            <a:r>
              <a:rPr lang="en-US" dirty="0"/>
              <a:t> file, which can then be referenced by any view used within the app.</a:t>
            </a:r>
          </a:p>
          <a:p>
            <a:pPr marL="0" indent="0">
              <a:buNone/>
            </a:pPr>
            <a:r>
              <a:rPr lang="en-US" dirty="0"/>
              <a:t>    Layout reduce duplicate code in views.</a:t>
            </a:r>
          </a:p>
        </p:txBody>
      </p:sp>
    </p:spTree>
    <p:extLst>
      <p:ext uri="{BB962C8B-B14F-4D97-AF65-F5344CB8AC3E}">
        <p14:creationId xmlns:p14="http://schemas.microsoft.com/office/powerpoint/2010/main" val="51729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61C-D354-4421-A178-C5FCC2D9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871ED-E5AE-47BD-A84D-638D2DBB2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By convention, the default layout for an ASP.NET Core app is named </a:t>
            </a:r>
            <a:r>
              <a:rPr lang="en-US" i="1" dirty="0"/>
              <a:t>_</a:t>
            </a:r>
            <a:r>
              <a:rPr lang="en-US" i="1" dirty="0" err="1"/>
              <a:t>Layout.cshtml</a:t>
            </a:r>
            <a:r>
              <a:rPr lang="en-US" i="1" dirty="0"/>
              <a:t> </a:t>
            </a:r>
            <a:r>
              <a:rPr lang="en-US" dirty="0"/>
              <a:t>and is situated in </a:t>
            </a:r>
            <a:r>
              <a:rPr lang="en-US" i="1" dirty="0"/>
              <a:t>Views/Shared</a:t>
            </a:r>
            <a:r>
              <a:rPr lang="en-US" dirty="0"/>
              <a:t> folder.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409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63BF-113F-4964-993A-8A1818B7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Layout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19D77-DBE7-4E10-9EAB-7E681665F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17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EF83-5420-4D7A-A9BA-64C2116D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 layout in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261C-60B3-48F4-BE33-F9B45561A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the top of the razor file:</a:t>
            </a:r>
          </a:p>
          <a:p>
            <a:pPr>
              <a:buNone/>
            </a:pPr>
            <a:r>
              <a:rPr lang="en-US" dirty="0">
                <a:latin typeface="Consolas"/>
              </a:rPr>
              <a:t>@{ </a:t>
            </a:r>
          </a:p>
          <a:p>
            <a:pPr>
              <a:buNone/>
            </a:pPr>
            <a:r>
              <a:rPr lang="en-US" dirty="0">
                <a:latin typeface="Consolas"/>
              </a:rPr>
              <a:t>    Layout = "_Layout"; </a:t>
            </a:r>
          </a:p>
          <a:p>
            <a:pPr>
              <a:buNone/>
            </a:pPr>
            <a:r>
              <a:rPr lang="en-US" dirty="0"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83849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BEE1-0405-4556-9AB4-89B73FF3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Specify layout in 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E7F69-6E15-4118-9D40-BEBF81A85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Not needed if we specify the layout inside </a:t>
            </a:r>
            <a:r>
              <a:rPr lang="en-US" i="1" dirty="0"/>
              <a:t>_</a:t>
            </a:r>
            <a:r>
              <a:rPr lang="en-US" i="1" dirty="0" err="1"/>
              <a:t>ViewStart.cshtml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974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5B6C8-1037-4F25-9645-F23752B0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layout in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6D482-5F8E-43C6-991C-B263A71C0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/>
              </a:rPr>
              <a:t>@{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    Layout = null;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latin typeface="Consolas"/>
              </a:rPr>
              <a:t>}</a:t>
            </a:r>
          </a:p>
          <a:p>
            <a:pPr marL="0" indent="0">
              <a:buClr>
                <a:srgbClr val="FFFFFF"/>
              </a:buClr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do we need this?</a:t>
            </a:r>
          </a:p>
        </p:txBody>
      </p:sp>
    </p:spTree>
    <p:extLst>
      <p:ext uri="{BB962C8B-B14F-4D97-AF65-F5344CB8AC3E}">
        <p14:creationId xmlns:p14="http://schemas.microsoft.com/office/powerpoint/2010/main" val="1170812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5EFC-3283-4F2A-B902-899A6331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 helpers</a:t>
            </a:r>
          </a:p>
        </p:txBody>
      </p:sp>
    </p:spTree>
    <p:extLst>
      <p:ext uri="{BB962C8B-B14F-4D97-AF65-F5344CB8AC3E}">
        <p14:creationId xmlns:p14="http://schemas.microsoft.com/office/powerpoint/2010/main" val="57364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Just like Razor but newer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are .NET Core’s substitute for Razor (but they do basically the same things)</a:t>
            </a:r>
          </a:p>
          <a:p>
            <a:r>
              <a:rPr lang="en-US"/>
              <a:t>They make sharing views more easy by not having views that work only in .NET framework</a:t>
            </a:r>
          </a:p>
        </p:txBody>
      </p:sp>
    </p:spTree>
    <p:extLst>
      <p:ext uri="{BB962C8B-B14F-4D97-AF65-F5344CB8AC3E}">
        <p14:creationId xmlns:p14="http://schemas.microsoft.com/office/powerpoint/2010/main" val="2779786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Razor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450" y="1270529"/>
            <a:ext cx="5540645" cy="30305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@using (Html.BeginForm())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    &lt;div&gt;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        @Html.LabelFor(m =&gt; p.Name, "Name:")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        @Html.TextBoxFor(m =&gt; p.Name)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    &lt;/div&gt;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    &lt;input type="submit" value="Create" /&gt;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737731" y="685800"/>
            <a:ext cx="4665134" cy="576262"/>
          </a:xfrm>
        </p:spPr>
        <p:txBody>
          <a:bodyPr/>
          <a:lstStyle/>
          <a:p>
            <a:r>
              <a:rPr lang="en-US"/>
              <a:t>Tag Helper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307811" y="1262062"/>
            <a:ext cx="5086588" cy="3030538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&lt;form asp-controller="Products" asp-action="Create" method="post"&gt;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    &lt;div&gt;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        &lt;label asp-for="Name"&gt;Name:&lt;/label&gt;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        &lt;input asp-for="Name" /&gt;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    &lt;/div&gt;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    &lt;input type="submit" value="Save" /&gt;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&lt;/form&gt;</a:t>
            </a:r>
          </a:p>
        </p:txBody>
      </p:sp>
    </p:spTree>
    <p:extLst>
      <p:ext uri="{BB962C8B-B14F-4D97-AF65-F5344CB8AC3E}">
        <p14:creationId xmlns:p14="http://schemas.microsoft.com/office/powerpoint/2010/main" val="142945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430E-D7E4-41E1-80EF-19EA152C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Jquery</a:t>
            </a:r>
          </a:p>
        </p:txBody>
      </p:sp>
    </p:spTree>
    <p:extLst>
      <p:ext uri="{BB962C8B-B14F-4D97-AF65-F5344CB8AC3E}">
        <p14:creationId xmlns:p14="http://schemas.microsoft.com/office/powerpoint/2010/main" val="1569760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most used js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Inhances</a:t>
            </a:r>
            <a:r>
              <a:rPr lang="en-US" dirty="0"/>
              <a:t> </a:t>
            </a:r>
            <a:r>
              <a:rPr lang="en-US"/>
              <a:t>javascript</a:t>
            </a:r>
          </a:p>
          <a:p>
            <a:r>
              <a:rPr lang="en-US" dirty="0"/>
              <a:t>Makes using </a:t>
            </a:r>
            <a:r>
              <a:rPr lang="en-US"/>
              <a:t>javascript</a:t>
            </a:r>
            <a:r>
              <a:rPr lang="en-US" dirty="0"/>
              <a:t> easier</a:t>
            </a:r>
          </a:p>
        </p:txBody>
      </p:sp>
    </p:spTree>
    <p:extLst>
      <p:ext uri="{BB962C8B-B14F-4D97-AF65-F5344CB8AC3E}">
        <p14:creationId xmlns:p14="http://schemas.microsoft.com/office/powerpoint/2010/main" val="4253665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Javascript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450" y="1270529"/>
            <a:ext cx="6222569" cy="30305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>
                <a:latin typeface="Consolas" panose="020B0609020204030204" pitchFamily="49" charset="0"/>
              </a:rPr>
              <a:t>var elements = document.getElementsByClassName(“link”);</a:t>
            </a:r>
          </a:p>
          <a:p>
            <a:pPr marL="0" indent="0">
              <a:buNone/>
            </a:pPr>
            <a:r>
              <a:rPr lang="en-US" sz="1300">
                <a:latin typeface="Consolas" panose="020B0609020204030204" pitchFamily="49" charset="0"/>
              </a:rPr>
              <a:t>var i;</a:t>
            </a:r>
          </a:p>
          <a:p>
            <a:pPr marL="0" indent="0">
              <a:buNone/>
            </a:pPr>
            <a:r>
              <a:rPr lang="en-US" sz="1300">
                <a:latin typeface="Consolas" panose="020B0609020204030204" pitchFamily="49" charset="0"/>
              </a:rPr>
              <a:t>for(I = 0; i&lt; elements.length; i++){</a:t>
            </a:r>
          </a:p>
          <a:p>
            <a:pPr marL="0" indent="0">
              <a:buNone/>
            </a:pPr>
            <a:r>
              <a:rPr lang="en-US" sz="1300">
                <a:latin typeface="Consolas" panose="020B0609020204030204" pitchFamily="49" charset="0"/>
              </a:rPr>
              <a:t>	elements[i].className = elements[i].className + “ selected”;</a:t>
            </a:r>
          </a:p>
          <a:p>
            <a:pPr marL="0" indent="0">
              <a:buNone/>
            </a:pPr>
            <a:r>
              <a:rPr lang="en-US" sz="130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1300">
              <a:latin typeface="Consolas" panose="020B0609020204030204" pitchFamily="49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737731" y="685800"/>
            <a:ext cx="4665134" cy="576262"/>
          </a:xfrm>
        </p:spPr>
        <p:txBody>
          <a:bodyPr/>
          <a:lstStyle/>
          <a:p>
            <a:r>
              <a:rPr lang="en-US"/>
              <a:t>JQuery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811492" y="1262062"/>
            <a:ext cx="4582906" cy="3030538"/>
          </a:xfrm>
        </p:spPr>
        <p:txBody>
          <a:bodyPr anchor="ctr"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$(‘.link’).addClass(“selected”)</a:t>
            </a:r>
          </a:p>
        </p:txBody>
      </p:sp>
    </p:spTree>
    <p:extLst>
      <p:ext uri="{BB962C8B-B14F-4D97-AF65-F5344CB8AC3E}">
        <p14:creationId xmlns:p14="http://schemas.microsoft.com/office/powerpoint/2010/main" val="4011760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equivalents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Javascript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9450" y="1270529"/>
            <a:ext cx="6222569" cy="30305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document.getElementsByClassName(“class”);</a:t>
            </a:r>
          </a:p>
          <a:p>
            <a:pPr marL="0" indent="0">
              <a:buNone/>
            </a:pPr>
            <a:r>
              <a:rPr lang="en-US" sz="1600">
                <a:latin typeface="Consolas" panose="020B0609020204030204" pitchFamily="49" charset="0"/>
              </a:rPr>
              <a:t>document.getElementsById(“id”);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6296038" y="685800"/>
            <a:ext cx="4665134" cy="576262"/>
          </a:xfrm>
        </p:spPr>
        <p:txBody>
          <a:bodyPr/>
          <a:lstStyle/>
          <a:p>
            <a:r>
              <a:rPr lang="en-US"/>
              <a:t>JQuery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6369799" y="1262062"/>
            <a:ext cx="4582906" cy="3030538"/>
          </a:xfrm>
        </p:spPr>
        <p:txBody>
          <a:bodyPr anchor="ctr"/>
          <a:lstStyle/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$(‘.link’);</a:t>
            </a:r>
          </a:p>
          <a:p>
            <a:pPr marL="0" indent="0">
              <a:buNone/>
            </a:pPr>
            <a:r>
              <a:rPr lang="en-US">
                <a:latin typeface="Consolas" panose="020B0609020204030204" pitchFamily="49" charset="0"/>
              </a:rPr>
              <a:t>$(‘#id’)</a:t>
            </a:r>
          </a:p>
        </p:txBody>
      </p:sp>
    </p:spTree>
    <p:extLst>
      <p:ext uri="{BB962C8B-B14F-4D97-AF65-F5344CB8AC3E}">
        <p14:creationId xmlns:p14="http://schemas.microsoft.com/office/powerpoint/2010/main" val="392794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F2BE-17D6-46FA-A585-7B5B3E7D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7D89F-14A6-4C15-8FBF-6852DB4E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956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B5E2-0FA7-4A26-9FE4-39FE7E99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C4F2C-CD3D-472D-BB43-A63CBF544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    Client-side script that communicates to and from a server without the need for a </a:t>
            </a:r>
            <a:r>
              <a:rPr lang="en-US"/>
              <a:t>postback</a:t>
            </a:r>
            <a:r>
              <a:rPr lang="en-US" dirty="0"/>
              <a:t> or a complete page refresh.</a:t>
            </a:r>
          </a:p>
          <a:p>
            <a:pPr marL="0" indent="0">
              <a:buNone/>
            </a:pPr>
            <a:r>
              <a:rPr lang="en-US" dirty="0"/>
              <a:t>(The method of exchanging data with a server, and updating parts of a web page – without reloading the entire page.)</a:t>
            </a:r>
          </a:p>
        </p:txBody>
      </p:sp>
    </p:spTree>
    <p:extLst>
      <p:ext uri="{BB962C8B-B14F-4D97-AF65-F5344CB8AC3E}">
        <p14:creationId xmlns:p14="http://schemas.microsoft.com/office/powerpoint/2010/main" val="4173789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964AA-153E-4EF6-BBF0-5135C2266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DFDA-F486-4451-BE3C-D7690A72F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FFFF"/>
              </a:buClr>
            </a:pPr>
            <a:r>
              <a:rPr lang="en-US" dirty="0"/>
              <a:t>Asynchronous – Allows you to make asynchronous calls to a web server. This allows the client browser to avoid waiting for all data to arrive before allowing the user to act once more.</a:t>
            </a:r>
          </a:p>
          <a:p>
            <a:pPr>
              <a:buClr>
                <a:srgbClr val="FFFFFF"/>
              </a:buClr>
            </a:pPr>
            <a:r>
              <a:rPr lang="en-US" dirty="0"/>
              <a:t>User-Friendly – Because a page </a:t>
            </a:r>
            <a:r>
              <a:rPr lang="en-US"/>
              <a:t>postback</a:t>
            </a:r>
            <a:r>
              <a:rPr lang="en-US" dirty="0"/>
              <a:t> is being eliminated, AJAX enabled applications will always be more responsive, faster and more user-friendly.</a:t>
            </a:r>
          </a:p>
          <a:p>
            <a:pPr>
              <a:buClr>
                <a:srgbClr val="FFFFFF"/>
              </a:buClr>
            </a:pPr>
            <a:r>
              <a:rPr lang="en-US" dirty="0"/>
              <a:t>Increased Speed – Send and receive only the needed data (XML/JSON w/out HTML for example).</a:t>
            </a:r>
          </a:p>
        </p:txBody>
      </p:sp>
    </p:spTree>
    <p:extLst>
      <p:ext uri="{BB962C8B-B14F-4D97-AF65-F5344CB8AC3E}">
        <p14:creationId xmlns:p14="http://schemas.microsoft.com/office/powerpoint/2010/main" val="1104929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A200-EB2A-4385-8189-7395465FC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Ajax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3142-CF00-49A1-AEF4-108B27B29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200" dirty="0">
                <a:latin typeface="Consolas"/>
              </a:rPr>
              <a:t>$.ajax({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 </a:t>
            </a:r>
            <a:r>
              <a:rPr lang="en-US" sz="1200" dirty="0" err="1">
                <a:latin typeface="Consolas"/>
              </a:rPr>
              <a:t>url</a:t>
            </a:r>
            <a:r>
              <a:rPr lang="en-US" sz="1200" dirty="0">
                <a:latin typeface="Consolas"/>
              </a:rPr>
              <a:t>: </a:t>
            </a:r>
            <a:r>
              <a:rPr lang="en-US" sz="1200" dirty="0" err="1">
                <a:latin typeface="Consolas"/>
              </a:rPr>
              <a:t>url</a:t>
            </a:r>
            <a:r>
              <a:rPr lang="en-US" sz="1200" dirty="0">
                <a:latin typeface="Consolas"/>
              </a:rPr>
              <a:t>, //String -&gt; A string containing the URL to which the request is sent.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 data: data, //</a:t>
            </a:r>
            <a:r>
              <a:rPr lang="en-US" sz="1200" dirty="0" err="1">
                <a:latin typeface="Consolas"/>
              </a:rPr>
              <a:t>PlainObject</a:t>
            </a:r>
            <a:r>
              <a:rPr lang="en-US" sz="1200" dirty="0">
                <a:latin typeface="Consolas"/>
              </a:rPr>
              <a:t> || String -&gt; Data that is sent to the </a:t>
            </a:r>
            <a:r>
              <a:rPr lang="en-US" sz="1200" dirty="0" err="1">
                <a:latin typeface="Consolas"/>
              </a:rPr>
              <a:t>servier</a:t>
            </a:r>
            <a:r>
              <a:rPr lang="en-US" sz="1200" dirty="0">
                <a:latin typeface="Consolas"/>
              </a:rPr>
              <a:t> with the request.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 success: success, //Function -&gt; A callback function that is executed if the request succeeds.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 </a:t>
            </a:r>
            <a:r>
              <a:rPr lang="en-US" sz="1200" dirty="0" err="1">
                <a:latin typeface="Consolas"/>
              </a:rPr>
              <a:t>dataType</a:t>
            </a:r>
            <a:r>
              <a:rPr lang="en-US" sz="1200" dirty="0">
                <a:latin typeface="Consolas"/>
              </a:rPr>
              <a:t>: </a:t>
            </a:r>
            <a:r>
              <a:rPr lang="en-US" sz="1200" dirty="0" err="1">
                <a:latin typeface="Consolas"/>
              </a:rPr>
              <a:t>dataType</a:t>
            </a:r>
            <a:r>
              <a:rPr lang="en-US" sz="1200" dirty="0">
                <a:latin typeface="Consolas"/>
              </a:rPr>
              <a:t> //String -&gt; type of data expected from server. Default: Intelligent Guess.</a:t>
            </a:r>
          </a:p>
          <a:p>
            <a:pPr>
              <a:buNone/>
            </a:pPr>
            <a:r>
              <a:rPr lang="en-US" sz="1200" dirty="0">
                <a:latin typeface="Consolas"/>
              </a:rPr>
              <a:t>});</a:t>
            </a:r>
          </a:p>
          <a:p>
            <a:pPr marL="0" indent="0">
              <a:buNone/>
            </a:pPr>
            <a:endParaRPr lang="en-US" sz="12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7436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508D2-3B87-4994-9AD1-6A4925DA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Ajax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716EF-0A91-4BC6-8A35-DA1DF0C8A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>
                <a:latin typeface="consolas"/>
              </a:rPr>
              <a:t>&lt;script&gt;</a:t>
            </a:r>
          </a:p>
          <a:p>
            <a:pPr>
              <a:buNone/>
            </a:pPr>
            <a:r>
              <a:rPr lang="en-US" dirty="0">
                <a:latin typeface="consolas"/>
              </a:rPr>
              <a:t>  $("footer").on('click',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 function() {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   $.ajax({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     </a:t>
            </a:r>
            <a:r>
              <a:rPr lang="en-US" dirty="0" err="1">
                <a:latin typeface="consolas"/>
              </a:rPr>
              <a:t>url</a:t>
            </a:r>
            <a:r>
              <a:rPr lang="en-US" dirty="0">
                <a:latin typeface="consolas"/>
              </a:rPr>
              <a:t>: '</a:t>
            </a:r>
            <a:r>
              <a:rPr lang="en-US" dirty="0">
                <a:latin typeface="consolas"/>
                <a:hlinkClick r:id="rId2"/>
              </a:rPr>
              <a:t>@Url.Action("Index</a:t>
            </a:r>
            <a:r>
              <a:rPr lang="en-US" dirty="0">
                <a:latin typeface="consolas"/>
              </a:rPr>
              <a:t>", "Home")',</a:t>
            </a:r>
          </a:p>
          <a:p>
            <a:pPr>
              <a:buNone/>
            </a:pPr>
            <a:r>
              <a:rPr lang="en-US" dirty="0">
                <a:latin typeface="consolas"/>
              </a:rPr>
              <a:t>        success: function(data) {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       console.log(data);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     }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   });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    });</a:t>
            </a:r>
            <a:endParaRPr lang="en-US">
              <a:latin typeface="consolas"/>
            </a:endParaRPr>
          </a:p>
          <a:p>
            <a:pPr>
              <a:buNone/>
            </a:pPr>
            <a:r>
              <a:rPr lang="en-US" dirty="0">
                <a:latin typeface="consolas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399658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D04D-7B8F-4831-BFAE-97D151B8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hear 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25AD-1CD9-4139-B05F-985295CB2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64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1EB3-CFE7-4625-A93B-C0F3EB48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day at the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6DC6-99CB-4933-8285-6C59B3BAE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pPr>
              <a:buClr>
                <a:srgbClr val="FFFFFF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8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3315-648E-44B8-BAFD-8F4A69123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BFF60-6F99-4404-9CA8-70A954FE2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single-page application is a web application or web site that interacts with the user by dynamically rewriting the current page rather than loading entire new pages from a server.</a:t>
            </a:r>
          </a:p>
          <a:p>
            <a:pPr>
              <a:buClr>
                <a:srgbClr val="FFFFFF"/>
              </a:buClr>
            </a:pPr>
            <a:r>
              <a:rPr lang="en-US" dirty="0"/>
              <a:t>Either all necessary code – HTML, JavaScript and CSS are retrieved with a single page load, or the appropriate resources are dynamically loaded and added to the page as necessary, usually in response to user actions.</a:t>
            </a:r>
          </a:p>
          <a:p>
            <a:pPr>
              <a:buClr>
                <a:srgbClr val="FFFFFF"/>
              </a:buClr>
            </a:pPr>
            <a:r>
              <a:rPr lang="en-US" dirty="0"/>
              <a:t>Page does not reload at any point in the process, nor does transfer to another page.</a:t>
            </a:r>
          </a:p>
          <a:p>
            <a:pPr>
              <a:buClr>
                <a:srgbClr val="FFFFFF"/>
              </a:buClr>
            </a:pPr>
            <a:r>
              <a:rPr lang="en-US" dirty="0"/>
              <a:t>SPA often involves dynamic communication with the webserver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13810219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7FD0-5F51-415F-818F-B1A7E2FDD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C8053-06E5-4C0A-B1E1-E581FEEB3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Web browser JavaScript frameworks have adopted SPA principles.</a:t>
            </a:r>
          </a:p>
          <a:p>
            <a:pPr marL="0" indent="0">
              <a:buNone/>
            </a:pPr>
            <a:r>
              <a:rPr lang="en-US" dirty="0"/>
              <a:t>Some example of JavaScript frameworks:</a:t>
            </a:r>
          </a:p>
          <a:p>
            <a:r>
              <a:rPr lang="en-US" dirty="0"/>
              <a:t>AngularJS</a:t>
            </a:r>
          </a:p>
          <a:p>
            <a:pPr>
              <a:buClr>
                <a:srgbClr val="FFFFFF"/>
              </a:buClr>
            </a:pPr>
            <a:r>
              <a:rPr lang="en-US" dirty="0"/>
              <a:t>Ember.js</a:t>
            </a:r>
          </a:p>
          <a:p>
            <a:pPr>
              <a:buClr>
                <a:srgbClr val="FFFFFF"/>
              </a:buClr>
            </a:pPr>
            <a:r>
              <a:rPr lang="en-US" dirty="0"/>
              <a:t>Meteor.js</a:t>
            </a:r>
          </a:p>
          <a:p>
            <a:pPr>
              <a:buClr>
                <a:srgbClr val="FFFFFF"/>
              </a:buClr>
            </a:pPr>
            <a:r>
              <a:rPr lang="en-US" dirty="0"/>
              <a:t>Aurelia</a:t>
            </a:r>
          </a:p>
          <a:p>
            <a:pPr>
              <a:buClr>
                <a:srgbClr val="FFFFFF"/>
              </a:buClr>
            </a:pPr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8208329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94808-E0C9-431E-9B65-6649A94E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</a:t>
            </a:r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9CEA3D5-0CBB-48E6-86D9-93F8D05F5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833" y="496709"/>
            <a:ext cx="6799365" cy="38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7168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262AF-A7F2-4D4E-AA43-309546D3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uploads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DA199-04C8-4DE4-8E88-8DC1E1457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22519"/>
      </p:ext>
    </p:extLst>
  </p:cSld>
  <p:clrMapOvr>
    <a:masterClrMapping/>
  </p:clrMapOvr>
</p:sld>
</file>

<file path=ppt/theme/theme1.xml><?xml version="1.0" encoding="utf-8"?>
<a:theme xmlns:a="http://schemas.openxmlformats.org/drawingml/2006/main" name="2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2.xml><?xml version="1.0" encoding="utf-8"?>
<a:theme xmlns:a="http://schemas.openxmlformats.org/drawingml/2006/main" name="1_Sector">
  <a:themeElements>
    <a:clrScheme name="Sector">
      <a:dk1>
        <a:sysClr val="windowText" lastClr="000000"/>
      </a:dk1>
      <a:lt1>
        <a:sysClr val="window" lastClr="FFFFFF"/>
      </a:lt1>
      <a:dk2>
        <a:srgbClr val="537D0B"/>
      </a:dk2>
      <a:lt2>
        <a:srgbClr val="A9E257"/>
      </a:lt2>
      <a:accent1>
        <a:srgbClr val="38540A"/>
      </a:accent1>
      <a:accent2>
        <a:srgbClr val="31A274"/>
      </a:accent2>
      <a:accent3>
        <a:srgbClr val="236073"/>
      </a:accent3>
      <a:accent4>
        <a:srgbClr val="6C4D90"/>
      </a:accent4>
      <a:accent5>
        <a:srgbClr val="983C27"/>
      </a:accent5>
      <a:accent6>
        <a:srgbClr val="CD811F"/>
      </a:accent6>
      <a:hlink>
        <a:srgbClr val="293F06"/>
      </a:hlink>
      <a:folHlink>
        <a:srgbClr val="68883A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3454</TotalTime>
  <Words>866</Words>
  <Application>Microsoft Office PowerPoint</Application>
  <PresentationFormat>Widescreen</PresentationFormat>
  <Paragraphs>200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2_Sector</vt:lpstr>
      <vt:lpstr>1_Sector</vt:lpstr>
      <vt:lpstr>ASP.NET Core, PEEk into the future </vt:lpstr>
      <vt:lpstr>Guest(S)</vt:lpstr>
      <vt:lpstr>Razor</vt:lpstr>
      <vt:lpstr>Razor code blocks</vt:lpstr>
      <vt:lpstr>Razor can do more</vt:lpstr>
      <vt:lpstr>When should i rebuild?</vt:lpstr>
      <vt:lpstr>It is not that simple</vt:lpstr>
      <vt:lpstr>middleware</vt:lpstr>
      <vt:lpstr>Simple middleware</vt:lpstr>
      <vt:lpstr>View compilation</vt:lpstr>
      <vt:lpstr>layout</vt:lpstr>
      <vt:lpstr>layout</vt:lpstr>
      <vt:lpstr>good place for JS and CSS</vt:lpstr>
      <vt:lpstr>Layout convention</vt:lpstr>
      <vt:lpstr>Layout example</vt:lpstr>
      <vt:lpstr>Specify layout in views</vt:lpstr>
      <vt:lpstr>Specify layout in views</vt:lpstr>
      <vt:lpstr>No layout in view</vt:lpstr>
      <vt:lpstr>Tag helpers</vt:lpstr>
      <vt:lpstr>Just like Razor but newer</vt:lpstr>
      <vt:lpstr>Comparison</vt:lpstr>
      <vt:lpstr>Jquery</vt:lpstr>
      <vt:lpstr>The most used js library</vt:lpstr>
      <vt:lpstr>Comparison</vt:lpstr>
      <vt:lpstr>equivalents</vt:lpstr>
      <vt:lpstr>ajax</vt:lpstr>
      <vt:lpstr>ajax</vt:lpstr>
      <vt:lpstr>ajax</vt:lpstr>
      <vt:lpstr>Ajax structure</vt:lpstr>
      <vt:lpstr>Basic Ajax example</vt:lpstr>
      <vt:lpstr>Let's hear more examples</vt:lpstr>
      <vt:lpstr>A day at the spa</vt:lpstr>
      <vt:lpstr>SPA</vt:lpstr>
      <vt:lpstr>SPA</vt:lpstr>
      <vt:lpstr>SPA</vt:lpstr>
      <vt:lpstr>File uploads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/>
  <cp:lastModifiedBy>Daniel Moniry-Abyaneh</cp:lastModifiedBy>
  <cp:revision>190</cp:revision>
  <dcterms:created xsi:type="dcterms:W3CDTF">2012-08-15T22:34:51Z</dcterms:created>
  <dcterms:modified xsi:type="dcterms:W3CDTF">2018-04-20T16:05:00Z</dcterms:modified>
</cp:coreProperties>
</file>