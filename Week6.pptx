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62" r:id="rId1"/>
  </p:sldMasterIdLst>
  <p:notesMasterIdLst>
    <p:notesMasterId r:id="rId40"/>
  </p:notesMasterIdLst>
  <p:sldIdLst>
    <p:sldId id="256" r:id="rId2"/>
    <p:sldId id="309" r:id="rId3"/>
    <p:sldId id="333" r:id="rId4"/>
    <p:sldId id="334" r:id="rId5"/>
    <p:sldId id="335" r:id="rId6"/>
    <p:sldId id="336" r:id="rId7"/>
    <p:sldId id="337" r:id="rId8"/>
    <p:sldId id="338" r:id="rId9"/>
    <p:sldId id="339" r:id="rId10"/>
    <p:sldId id="340" r:id="rId11"/>
    <p:sldId id="341" r:id="rId12"/>
    <p:sldId id="342" r:id="rId13"/>
    <p:sldId id="343" r:id="rId14"/>
    <p:sldId id="344" r:id="rId15"/>
    <p:sldId id="345" r:id="rId16"/>
    <p:sldId id="310" r:id="rId17"/>
    <p:sldId id="311" r:id="rId18"/>
    <p:sldId id="312" r:id="rId19"/>
    <p:sldId id="313" r:id="rId20"/>
    <p:sldId id="314" r:id="rId21"/>
    <p:sldId id="318" r:id="rId22"/>
    <p:sldId id="315" r:id="rId23"/>
    <p:sldId id="316" r:id="rId24"/>
    <p:sldId id="317" r:id="rId25"/>
    <p:sldId id="319" r:id="rId26"/>
    <p:sldId id="320" r:id="rId27"/>
    <p:sldId id="321" r:id="rId28"/>
    <p:sldId id="322" r:id="rId29"/>
    <p:sldId id="323" r:id="rId30"/>
    <p:sldId id="324" r:id="rId31"/>
    <p:sldId id="325" r:id="rId32"/>
    <p:sldId id="326" r:id="rId33"/>
    <p:sldId id="327" r:id="rId34"/>
    <p:sldId id="328" r:id="rId35"/>
    <p:sldId id="329" r:id="rId36"/>
    <p:sldId id="330" r:id="rId37"/>
    <p:sldId id="331" r:id="rId38"/>
    <p:sldId id="332" r:id="rId39"/>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5" autoAdjust="0"/>
    <p:restoredTop sz="94660"/>
  </p:normalViewPr>
  <p:slideViewPr>
    <p:cSldViewPr snapToGrid="0">
      <p:cViewPr>
        <p:scale>
          <a:sx n="123" d="100"/>
          <a:sy n="123" d="100"/>
        </p:scale>
        <p:origin x="-114" y="138"/>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fd98b2f48b61e251" providerId="Windows Live" clId="Web-{4D11386E-700E-419C-9D31-75AF6A39FF00}"/>
    <pc:docChg chg="addSld delSld modSld">
      <pc:chgData name="Guest User" userId="fd98b2f48b61e251" providerId="Windows Live" clId="Web-{4D11386E-700E-419C-9D31-75AF6A39FF00}" dt="2018-03-29T16:56:53.377" v="10"/>
      <pc:docMkLst>
        <pc:docMk/>
      </pc:docMkLst>
      <pc:sldChg chg="addSp modSp">
        <pc:chgData name="Guest User" userId="fd98b2f48b61e251" providerId="Windows Live" clId="Web-{4D11386E-700E-419C-9D31-75AF6A39FF00}" dt="2018-03-29T16:56:30.095" v="6"/>
        <pc:sldMkLst>
          <pc:docMk/>
          <pc:sldMk cId="3195233200" sldId="405"/>
        </pc:sldMkLst>
        <pc:spChg chg="mod">
          <ac:chgData name="Guest User" userId="fd98b2f48b61e251" providerId="Windows Live" clId="Web-{4D11386E-700E-419C-9D31-75AF6A39FF00}" dt="2018-03-29T16:56:30.095" v="6"/>
          <ac:spMkLst>
            <pc:docMk/>
            <pc:sldMk cId="3195233200" sldId="405"/>
            <ac:spMk id="2" creationId="{12E1A024-4306-4DAD-B1A6-9EFEA2172ED0}"/>
          </ac:spMkLst>
        </pc:spChg>
        <pc:picChg chg="add mod">
          <ac:chgData name="Guest User" userId="fd98b2f48b61e251" providerId="Windows Live" clId="Web-{4D11386E-700E-419C-9D31-75AF6A39FF00}" dt="2018-03-29T16:56:24.907" v="5"/>
          <ac:picMkLst>
            <pc:docMk/>
            <pc:sldMk cId="3195233200" sldId="405"/>
            <ac:picMk id="4" creationId="{BAB3ED35-D649-4BED-8AAB-CDE35D8B9D73}"/>
          </ac:picMkLst>
        </pc:picChg>
      </pc:sldChg>
      <pc:sldChg chg="modSp add replId">
        <pc:chgData name="Guest User" userId="fd98b2f48b61e251" providerId="Windows Live" clId="Web-{4D11386E-700E-419C-9D31-75AF6A39FF00}" dt="2018-03-29T16:56:53.377" v="10"/>
        <pc:sldMkLst>
          <pc:docMk/>
          <pc:sldMk cId="82441915" sldId="407"/>
        </pc:sldMkLst>
        <pc:picChg chg="mod">
          <ac:chgData name="Guest User" userId="fd98b2f48b61e251" providerId="Windows Live" clId="Web-{4D11386E-700E-419C-9D31-75AF6A39FF00}" dt="2018-03-29T16:56:53.377" v="10"/>
          <ac:picMkLst>
            <pc:docMk/>
            <pc:sldMk cId="82441915" sldId="407"/>
            <ac:picMk id="4" creationId="{BAB3ED35-D649-4BED-8AAB-CDE35D8B9D73}"/>
          </ac:picMkLst>
        </pc:picChg>
      </pc:sldChg>
    </pc:docChg>
  </pc:docChgLst>
  <pc:docChgLst>
    <pc:chgData name="Guest User" providerId="Windows Live" clId="Web-{E1CCB20F-CFE7-4B3E-9296-0F7F0F43A899}"/>
    <pc:docChg chg="addSld delSld modSld sldOrd">
      <pc:chgData name="Guest User" userId="" providerId="Windows Live" clId="Web-{E1CCB20F-CFE7-4B3E-9296-0F7F0F43A899}" dt="2018-03-09T14:51:59.864" v="399"/>
      <pc:docMkLst>
        <pc:docMk/>
      </pc:docMkLst>
    </pc:docChg>
  </pc:docChgLst>
  <pc:docChgLst>
    <pc:chgData name="Guest User" providerId="Windows Live" clId="Web-{CB34909A-B065-4BA5-82B7-B7C75EFA3B59}"/>
    <pc:docChg chg="addSld delSld modSld sldOrd">
      <pc:chgData name="Guest User" userId="" providerId="Windows Live" clId="Web-{CB34909A-B065-4BA5-82B7-B7C75EFA3B59}" dt="2018-03-09T17:50:29.184" v="3061"/>
      <pc:docMkLst>
        <pc:docMk/>
      </pc:docMkLst>
    </pc:docChg>
  </pc:docChgLst>
  <pc:docChgLst>
    <pc:chgData name="Guest User" providerId="Windows Live" clId="Web-{97BB0C5F-34C8-4604-861A-E2FDD8AAF349}"/>
    <pc:docChg chg="addSld delSld modSld sldOrd">
      <pc:chgData name="Guest User" userId="" providerId="Windows Live" clId="Web-{97BB0C5F-34C8-4604-861A-E2FDD8AAF349}" dt="2018-03-06T18:52:35.112" v="322"/>
      <pc:docMkLst>
        <pc:docMk/>
      </pc:docMkLst>
    </pc:docChg>
  </pc:docChgLst>
  <pc:docChgLst>
    <pc:chgData name="Guest User" providerId="Windows Live" clId="Web-{DA163268-4FE5-4F75-8614-45C7D61D423D}"/>
    <pc:docChg chg="addSld modSld sldOrd">
      <pc:chgData name="Guest User" userId="" providerId="Windows Live" clId="Web-{DA163268-4FE5-4F75-8614-45C7D61D423D}" dt="2018-03-09T18:37:38.200" v="709"/>
      <pc:docMkLst>
        <pc:docMk/>
      </pc:docMkLst>
    </pc:docChg>
  </pc:docChgLst>
  <pc:docChgLst>
    <pc:chgData name="Guest User" providerId="Windows Live" clId="Web-{F3B380E6-7DDA-49D6-9E97-96FF754C7C67}"/>
    <pc:docChg chg="addSld modSld">
      <pc:chgData name="Guest User" userId="" providerId="Windows Live" clId="Web-{F3B380E6-7DDA-49D6-9E97-96FF754C7C67}" dt="2018-04-20T13:05:57.826" v="182"/>
      <pc:docMkLst>
        <pc:docMk/>
      </pc:docMkLst>
      <pc:sldChg chg="modSp new">
        <pc:chgData name="Guest User" userId="" providerId="Windows Live" clId="Web-{F3B380E6-7DDA-49D6-9E97-96FF754C7C67}" dt="2018-04-20T12:44:42.166" v="12"/>
        <pc:sldMkLst>
          <pc:docMk/>
          <pc:sldMk cId="3344517782" sldId="431"/>
        </pc:sldMkLst>
        <pc:spChg chg="mod">
          <ac:chgData name="Guest User" userId="" providerId="Windows Live" clId="Web-{F3B380E6-7DDA-49D6-9E97-96FF754C7C67}" dt="2018-04-20T12:44:41.228" v="9"/>
          <ac:spMkLst>
            <pc:docMk/>
            <pc:sldMk cId="3344517782" sldId="431"/>
            <ac:spMk id="2" creationId="{DF3D63BF-113F-4964-993A-8A1818B77AF8}"/>
          </ac:spMkLst>
        </pc:spChg>
        <pc:spChg chg="mod">
          <ac:chgData name="Guest User" userId="" providerId="Windows Live" clId="Web-{F3B380E6-7DDA-49D6-9E97-96FF754C7C67}" dt="2018-04-20T12:44:42.166" v="12"/>
          <ac:spMkLst>
            <pc:docMk/>
            <pc:sldMk cId="3344517782" sldId="431"/>
            <ac:spMk id="3" creationId="{52B19D77-DBE7-4E10-9EAB-7E681665F3DC}"/>
          </ac:spMkLst>
        </pc:spChg>
      </pc:sldChg>
      <pc:sldChg chg="modSp new">
        <pc:chgData name="Guest User" userId="" providerId="Windows Live" clId="Web-{F3B380E6-7DDA-49D6-9E97-96FF754C7C67}" dt="2018-04-20T12:45:55.729" v="62"/>
        <pc:sldMkLst>
          <pc:docMk/>
          <pc:sldMk cId="3483849944" sldId="432"/>
        </pc:sldMkLst>
        <pc:spChg chg="mod">
          <ac:chgData name="Guest User" userId="" providerId="Windows Live" clId="Web-{F3B380E6-7DDA-49D6-9E97-96FF754C7C67}" dt="2018-04-20T12:45:23.744" v="36"/>
          <ac:spMkLst>
            <pc:docMk/>
            <pc:sldMk cId="3483849944" sldId="432"/>
            <ac:spMk id="2" creationId="{354CEF83-5420-4D7A-A9BA-64C2116DBDEF}"/>
          </ac:spMkLst>
        </pc:spChg>
        <pc:spChg chg="mod">
          <ac:chgData name="Guest User" userId="" providerId="Windows Live" clId="Web-{F3B380E6-7DDA-49D6-9E97-96FF754C7C67}" dt="2018-04-20T12:45:55.729" v="62"/>
          <ac:spMkLst>
            <pc:docMk/>
            <pc:sldMk cId="3483849944" sldId="432"/>
            <ac:spMk id="3" creationId="{5302261C-60B3-48F4-BE33-F9B45561A567}"/>
          </ac:spMkLst>
        </pc:spChg>
      </pc:sldChg>
      <pc:sldChg chg="modSp new">
        <pc:chgData name="Guest User" userId="" providerId="Windows Live" clId="Web-{F3B380E6-7DDA-49D6-9E97-96FF754C7C67}" dt="2018-04-20T12:47:09.276" v="128"/>
        <pc:sldMkLst>
          <pc:docMk/>
          <pc:sldMk cId="2004974167" sldId="433"/>
        </pc:sldMkLst>
        <pc:spChg chg="mod">
          <ac:chgData name="Guest User" userId="" providerId="Windows Live" clId="Web-{F3B380E6-7DDA-49D6-9E97-96FF754C7C67}" dt="2018-04-20T12:46:12.135" v="71"/>
          <ac:spMkLst>
            <pc:docMk/>
            <pc:sldMk cId="2004974167" sldId="433"/>
            <ac:spMk id="2" creationId="{4849BEE1-0405-4556-9AB4-89B73FF347C3}"/>
          </ac:spMkLst>
        </pc:spChg>
        <pc:spChg chg="mod">
          <ac:chgData name="Guest User" userId="" providerId="Windows Live" clId="Web-{F3B380E6-7DDA-49D6-9E97-96FF754C7C67}" dt="2018-04-20T12:47:09.276" v="128"/>
          <ac:spMkLst>
            <pc:docMk/>
            <pc:sldMk cId="2004974167" sldId="433"/>
            <ac:spMk id="3" creationId="{958E7F69-6E15-4118-9D40-BEBF81A852AD}"/>
          </ac:spMkLst>
        </pc:spChg>
      </pc:sldChg>
      <pc:sldChg chg="modSp new">
        <pc:chgData name="Guest User" userId="" providerId="Windows Live" clId="Web-{F3B380E6-7DDA-49D6-9E97-96FF754C7C67}" dt="2018-04-20T12:48:17.245" v="172"/>
        <pc:sldMkLst>
          <pc:docMk/>
          <pc:sldMk cId="1170812802" sldId="434"/>
        </pc:sldMkLst>
        <pc:spChg chg="mod">
          <ac:chgData name="Guest User" userId="" providerId="Windows Live" clId="Web-{F3B380E6-7DDA-49D6-9E97-96FF754C7C67}" dt="2018-04-20T12:47:36.713" v="151"/>
          <ac:spMkLst>
            <pc:docMk/>
            <pc:sldMk cId="1170812802" sldId="434"/>
            <ac:spMk id="2" creationId="{E045B6C8-1037-4F25-9645-F23752B0524E}"/>
          </ac:spMkLst>
        </pc:spChg>
        <pc:spChg chg="mod">
          <ac:chgData name="Guest User" userId="" providerId="Windows Live" clId="Web-{F3B380E6-7DDA-49D6-9E97-96FF754C7C67}" dt="2018-04-20T12:48:17.245" v="172"/>
          <ac:spMkLst>
            <pc:docMk/>
            <pc:sldMk cId="1170812802" sldId="434"/>
            <ac:spMk id="3" creationId="{BC56D482-5F8E-43C6-991C-B263A71C06BD}"/>
          </ac:spMkLst>
        </pc:spChg>
      </pc:sldChg>
      <pc:sldChg chg="modSp new">
        <pc:chgData name="Guest User" userId="" providerId="Windows Live" clId="Web-{F3B380E6-7DDA-49D6-9E97-96FF754C7C67}" dt="2018-04-20T13:05:57.826" v="181"/>
        <pc:sldMkLst>
          <pc:docMk/>
          <pc:sldMk cId="57364231" sldId="435"/>
        </pc:sldMkLst>
        <pc:spChg chg="mod">
          <ac:chgData name="Guest User" userId="" providerId="Windows Live" clId="Web-{F3B380E6-7DDA-49D6-9E97-96FF754C7C67}" dt="2018-04-20T13:05:57.826" v="181"/>
          <ac:spMkLst>
            <pc:docMk/>
            <pc:sldMk cId="57364231" sldId="435"/>
            <ac:spMk id="2" creationId="{B28D5EFC-3283-4F2A-B902-899A6331E09F}"/>
          </ac:spMkLst>
        </pc:spChg>
      </pc:sldChg>
    </pc:docChg>
  </pc:docChgLst>
  <pc:docChgLst>
    <pc:chgData name="Ciubotariu Florin-Constantin" userId="1a9f14f2b927e270" providerId="Windows Live" clId="Web-{35989F8E-AACB-49DB-8F1A-58ECBA4606D0}"/>
    <pc:docChg chg="addSld modSld">
      <pc:chgData name="Ciubotariu Florin-Constantin" userId="1a9f14f2b927e270" providerId="Windows Live" clId="Web-{35989F8E-AACB-49DB-8F1A-58ECBA4606D0}" dt="2018-04-27T14:54:48.720" v="667"/>
      <pc:docMkLst>
        <pc:docMk/>
      </pc:docMkLst>
      <pc:sldChg chg="modSp new">
        <pc:chgData name="Ciubotariu Florin-Constantin" userId="1a9f14f2b927e270" providerId="Windows Live" clId="Web-{35989F8E-AACB-49DB-8F1A-58ECBA4606D0}" dt="2018-04-27T14:42:18.301" v="10"/>
        <pc:sldMkLst>
          <pc:docMk/>
          <pc:sldMk cId="187177754" sldId="310"/>
        </pc:sldMkLst>
        <pc:spChg chg="mod">
          <ac:chgData name="Ciubotariu Florin-Constantin" userId="1a9f14f2b927e270" providerId="Windows Live" clId="Web-{35989F8E-AACB-49DB-8F1A-58ECBA4606D0}" dt="2018-04-27T14:42:16.879" v="5"/>
          <ac:spMkLst>
            <pc:docMk/>
            <pc:sldMk cId="187177754" sldId="310"/>
            <ac:spMk id="2" creationId="{8170297C-E324-4F62-9F43-CEB51AC17C6C}"/>
          </ac:spMkLst>
        </pc:spChg>
        <pc:spChg chg="mod">
          <ac:chgData name="Ciubotariu Florin-Constantin" userId="1a9f14f2b927e270" providerId="Windows Live" clId="Web-{35989F8E-AACB-49DB-8F1A-58ECBA4606D0}" dt="2018-04-27T14:42:18.301" v="10"/>
          <ac:spMkLst>
            <pc:docMk/>
            <pc:sldMk cId="187177754" sldId="310"/>
            <ac:spMk id="3" creationId="{B1612B4E-CD7A-4D78-BF7C-D78C8ED4699A}"/>
          </ac:spMkLst>
        </pc:spChg>
      </pc:sldChg>
      <pc:sldChg chg="modSp new">
        <pc:chgData name="Ciubotariu Florin-Constantin" userId="1a9f14f2b927e270" providerId="Windows Live" clId="Web-{35989F8E-AACB-49DB-8F1A-58ECBA4606D0}" dt="2018-04-27T14:43:07.620" v="47"/>
        <pc:sldMkLst>
          <pc:docMk/>
          <pc:sldMk cId="3400512402" sldId="311"/>
        </pc:sldMkLst>
        <pc:spChg chg="mod">
          <ac:chgData name="Ciubotariu Florin-Constantin" userId="1a9f14f2b927e270" providerId="Windows Live" clId="Web-{35989F8E-AACB-49DB-8F1A-58ECBA4606D0}" dt="2018-04-27T14:42:31.991" v="18"/>
          <ac:spMkLst>
            <pc:docMk/>
            <pc:sldMk cId="3400512402" sldId="311"/>
            <ac:spMk id="2" creationId="{AA1044FA-E4AA-46E5-AD3E-CAADA0DC973F}"/>
          </ac:spMkLst>
        </pc:spChg>
        <pc:spChg chg="mod">
          <ac:chgData name="Ciubotariu Florin-Constantin" userId="1a9f14f2b927e270" providerId="Windows Live" clId="Web-{35989F8E-AACB-49DB-8F1A-58ECBA4606D0}" dt="2018-04-27T14:43:07.620" v="47"/>
          <ac:spMkLst>
            <pc:docMk/>
            <pc:sldMk cId="3400512402" sldId="311"/>
            <ac:spMk id="3" creationId="{63ECE83B-223B-495A-A96D-9E856C75303B}"/>
          </ac:spMkLst>
        </pc:spChg>
      </pc:sldChg>
      <pc:sldChg chg="modSp new">
        <pc:chgData name="Ciubotariu Florin-Constantin" userId="1a9f14f2b927e270" providerId="Windows Live" clId="Web-{35989F8E-AACB-49DB-8F1A-58ECBA4606D0}" dt="2018-04-27T14:45:42.390" v="217"/>
        <pc:sldMkLst>
          <pc:docMk/>
          <pc:sldMk cId="1181314955" sldId="312"/>
        </pc:sldMkLst>
        <pc:spChg chg="mod">
          <ac:chgData name="Ciubotariu Florin-Constantin" userId="1a9f14f2b927e270" providerId="Windows Live" clId="Web-{35989F8E-AACB-49DB-8F1A-58ECBA4606D0}" dt="2018-04-27T14:43:12.995" v="53"/>
          <ac:spMkLst>
            <pc:docMk/>
            <pc:sldMk cId="1181314955" sldId="312"/>
            <ac:spMk id="2" creationId="{E056E161-8786-4D11-91C6-F746202F0420}"/>
          </ac:spMkLst>
        </pc:spChg>
        <pc:spChg chg="mod">
          <ac:chgData name="Ciubotariu Florin-Constantin" userId="1a9f14f2b927e270" providerId="Windows Live" clId="Web-{35989F8E-AACB-49DB-8F1A-58ECBA4606D0}" dt="2018-04-27T14:45:42.390" v="217"/>
          <ac:spMkLst>
            <pc:docMk/>
            <pc:sldMk cId="1181314955" sldId="312"/>
            <ac:spMk id="3" creationId="{9B0762EE-EDF4-48C9-82FD-B1A616E3626F}"/>
          </ac:spMkLst>
        </pc:spChg>
      </pc:sldChg>
      <pc:sldChg chg="modSp new">
        <pc:chgData name="Ciubotariu Florin-Constantin" userId="1a9f14f2b927e270" providerId="Windows Live" clId="Web-{35989F8E-AACB-49DB-8F1A-58ECBA4606D0}" dt="2018-04-27T14:46:43.922" v="323"/>
        <pc:sldMkLst>
          <pc:docMk/>
          <pc:sldMk cId="2629462671" sldId="313"/>
        </pc:sldMkLst>
        <pc:spChg chg="mod">
          <ac:chgData name="Ciubotariu Florin-Constantin" userId="1a9f14f2b927e270" providerId="Windows Live" clId="Web-{35989F8E-AACB-49DB-8F1A-58ECBA4606D0}" dt="2018-04-27T14:45:52.437" v="228"/>
          <ac:spMkLst>
            <pc:docMk/>
            <pc:sldMk cId="2629462671" sldId="313"/>
            <ac:spMk id="2" creationId="{BAD5D4D0-CA4F-494B-AA98-A93FF2CAF820}"/>
          </ac:spMkLst>
        </pc:spChg>
        <pc:spChg chg="mod">
          <ac:chgData name="Ciubotariu Florin-Constantin" userId="1a9f14f2b927e270" providerId="Windows Live" clId="Web-{35989F8E-AACB-49DB-8F1A-58ECBA4606D0}" dt="2018-04-27T14:46:43.922" v="323"/>
          <ac:spMkLst>
            <pc:docMk/>
            <pc:sldMk cId="2629462671" sldId="313"/>
            <ac:spMk id="3" creationId="{76A08F42-3303-4FCD-935E-A87D75076E53}"/>
          </ac:spMkLst>
        </pc:spChg>
      </pc:sldChg>
      <pc:sldChg chg="modSp new">
        <pc:chgData name="Ciubotariu Florin-Constantin" userId="1a9f14f2b927e270" providerId="Windows Live" clId="Web-{35989F8E-AACB-49DB-8F1A-58ECBA4606D0}" dt="2018-04-27T14:49:06.313" v="488"/>
        <pc:sldMkLst>
          <pc:docMk/>
          <pc:sldMk cId="86159320" sldId="314"/>
        </pc:sldMkLst>
        <pc:spChg chg="mod">
          <ac:chgData name="Ciubotariu Florin-Constantin" userId="1a9f14f2b927e270" providerId="Windows Live" clId="Web-{35989F8E-AACB-49DB-8F1A-58ECBA4606D0}" dt="2018-04-27T14:46:59.813" v="330"/>
          <ac:spMkLst>
            <pc:docMk/>
            <pc:sldMk cId="86159320" sldId="314"/>
            <ac:spMk id="2" creationId="{1DF71993-EC40-4A35-ACD8-54BEFDEB85F9}"/>
          </ac:spMkLst>
        </pc:spChg>
        <pc:spChg chg="mod">
          <ac:chgData name="Ciubotariu Florin-Constantin" userId="1a9f14f2b927e270" providerId="Windows Live" clId="Web-{35989F8E-AACB-49DB-8F1A-58ECBA4606D0}" dt="2018-04-27T14:49:06.313" v="488"/>
          <ac:spMkLst>
            <pc:docMk/>
            <pc:sldMk cId="86159320" sldId="314"/>
            <ac:spMk id="3" creationId="{1E57E499-7309-4787-893B-EF783D007898}"/>
          </ac:spMkLst>
        </pc:spChg>
      </pc:sldChg>
      <pc:sldChg chg="modSp new">
        <pc:chgData name="Ciubotariu Florin-Constantin" userId="1a9f14f2b927e270" providerId="Windows Live" clId="Web-{35989F8E-AACB-49DB-8F1A-58ECBA4606D0}" dt="2018-04-27T14:54:47.673" v="665"/>
        <pc:sldMkLst>
          <pc:docMk/>
          <pc:sldMk cId="715449142" sldId="315"/>
        </pc:sldMkLst>
        <pc:spChg chg="mod">
          <ac:chgData name="Ciubotariu Florin-Constantin" userId="1a9f14f2b927e270" providerId="Windows Live" clId="Web-{35989F8E-AACB-49DB-8F1A-58ECBA4606D0}" dt="2018-04-27T14:49:32.953" v="499"/>
          <ac:spMkLst>
            <pc:docMk/>
            <pc:sldMk cId="715449142" sldId="315"/>
            <ac:spMk id="2" creationId="{2BDA8AAB-F58A-4CB6-82BF-EC49913023F2}"/>
          </ac:spMkLst>
        </pc:spChg>
        <pc:spChg chg="mod">
          <ac:chgData name="Ciubotariu Florin-Constantin" userId="1a9f14f2b927e270" providerId="Windows Live" clId="Web-{35989F8E-AACB-49DB-8F1A-58ECBA4606D0}" dt="2018-04-27T14:54:47.673" v="665"/>
          <ac:spMkLst>
            <pc:docMk/>
            <pc:sldMk cId="715449142" sldId="315"/>
            <ac:spMk id="3" creationId="{E7C27E4B-1326-466C-B086-AC67844F999E}"/>
          </ac:spMkLst>
        </pc:spChg>
      </pc:sldChg>
    </pc:docChg>
  </pc:docChgLst>
  <pc:docChgLst>
    <pc:chgData name="Guest User" providerId="Windows Live" clId="Web-{FA06E734-0EEE-4CBC-8B17-AC5A9CC4A0FE}"/>
    <pc:docChg chg="modSld">
      <pc:chgData name="Guest User" userId="" providerId="Windows Live" clId="Web-{FA06E734-0EEE-4CBC-8B17-AC5A9CC4A0FE}" dt="2018-03-24T08:03:42.295" v="4"/>
      <pc:docMkLst>
        <pc:docMk/>
      </pc:docMkLst>
    </pc:docChg>
  </pc:docChgLst>
  <pc:docChgLst>
    <pc:chgData name="Guest User" userId="fd98b2f48b61e251" providerId="Windows Live" clId="Web-{9E51B236-2F35-4136-B01B-650ABC9ED208}"/>
    <pc:docChg chg="addSld modSld">
      <pc:chgData name="Guest User" userId="fd98b2f48b61e251" providerId="Windows Live" clId="Web-{9E51B236-2F35-4136-B01B-650ABC9ED208}" dt="2018-03-30T15:05:36.154" v="60"/>
      <pc:docMkLst>
        <pc:docMk/>
      </pc:docMkLst>
      <pc:sldChg chg="modSp">
        <pc:chgData name="Guest User" userId="fd98b2f48b61e251" providerId="Windows Live" clId="Web-{9E51B236-2F35-4136-B01B-650ABC9ED208}" dt="2018-03-30T14:38:33.025" v="0"/>
        <pc:sldMkLst>
          <pc:docMk/>
          <pc:sldMk cId="1778163941" sldId="400"/>
        </pc:sldMkLst>
        <pc:spChg chg="mod">
          <ac:chgData name="Guest User" userId="fd98b2f48b61e251" providerId="Windows Live" clId="Web-{9E51B236-2F35-4136-B01B-650ABC9ED208}" dt="2018-03-30T14:38:33.025" v="0"/>
          <ac:spMkLst>
            <pc:docMk/>
            <pc:sldMk cId="1778163941" sldId="400"/>
            <ac:spMk id="3" creationId="{746D6768-0135-433F-B253-5AC8A9A741E7}"/>
          </ac:spMkLst>
        </pc:spChg>
      </pc:sldChg>
      <pc:sldChg chg="modSp">
        <pc:chgData name="Guest User" userId="fd98b2f48b61e251" providerId="Windows Live" clId="Web-{9E51B236-2F35-4136-B01B-650ABC9ED208}" dt="2018-03-30T14:39:17.791" v="3"/>
        <pc:sldMkLst>
          <pc:docMk/>
          <pc:sldMk cId="3552992404" sldId="402"/>
        </pc:sldMkLst>
        <pc:spChg chg="mod">
          <ac:chgData name="Guest User" userId="fd98b2f48b61e251" providerId="Windows Live" clId="Web-{9E51B236-2F35-4136-B01B-650ABC9ED208}" dt="2018-03-30T14:39:17.791" v="3"/>
          <ac:spMkLst>
            <pc:docMk/>
            <pc:sldMk cId="3552992404" sldId="402"/>
            <ac:spMk id="2" creationId="{9DD10608-4B19-4562-948A-7A8B18147495}"/>
          </ac:spMkLst>
        </pc:spChg>
      </pc:sldChg>
      <pc:sldChg chg="modSp new">
        <pc:chgData name="Guest User" userId="fd98b2f48b61e251" providerId="Windows Live" clId="Web-{9E51B236-2F35-4136-B01B-650ABC9ED208}" dt="2018-03-30T15:04:13.168" v="42"/>
        <pc:sldMkLst>
          <pc:docMk/>
          <pc:sldMk cId="3076212253" sldId="408"/>
        </pc:sldMkLst>
        <pc:spChg chg="mod">
          <ac:chgData name="Guest User" userId="fd98b2f48b61e251" providerId="Windows Live" clId="Web-{9E51B236-2F35-4136-B01B-650ABC9ED208}" dt="2018-03-30T15:00:40.836" v="36"/>
          <ac:spMkLst>
            <pc:docMk/>
            <pc:sldMk cId="3076212253" sldId="408"/>
            <ac:spMk id="2" creationId="{552D3FB4-9DF0-4D4A-A0FC-3B821160F504}"/>
          </ac:spMkLst>
        </pc:spChg>
        <pc:spChg chg="mod">
          <ac:chgData name="Guest User" userId="fd98b2f48b61e251" providerId="Windows Live" clId="Web-{9E51B236-2F35-4136-B01B-650ABC9ED208}" dt="2018-03-30T15:04:13.168" v="42"/>
          <ac:spMkLst>
            <pc:docMk/>
            <pc:sldMk cId="3076212253" sldId="408"/>
            <ac:spMk id="3" creationId="{117D7F44-CC13-4A0B-AC4B-A0A3601A0DEA}"/>
          </ac:spMkLst>
        </pc:spChg>
      </pc:sldChg>
      <pc:sldChg chg="modSp new">
        <pc:chgData name="Guest User" userId="fd98b2f48b61e251" providerId="Windows Live" clId="Web-{9E51B236-2F35-4136-B01B-650ABC9ED208}" dt="2018-03-30T15:05:34.982" v="58"/>
        <pc:sldMkLst>
          <pc:docMk/>
          <pc:sldMk cId="212291144" sldId="411"/>
        </pc:sldMkLst>
        <pc:spChg chg="mod">
          <ac:chgData name="Guest User" userId="fd98b2f48b61e251" providerId="Windows Live" clId="Web-{9E51B236-2F35-4136-B01B-650ABC9ED208}" dt="2018-03-30T15:05:34.982" v="58"/>
          <ac:spMkLst>
            <pc:docMk/>
            <pc:sldMk cId="212291144" sldId="411"/>
            <ac:spMk id="2" creationId="{0C2ED51B-9C5F-491F-ABB9-8438D6C1EFFF}"/>
          </ac:spMkLst>
        </pc:spChg>
      </pc:sldChg>
    </pc:docChg>
  </pc:docChgLst>
  <pc:docChgLst>
    <pc:chgData name="Ciubotariu Florin-Constantin" userId="1a9f14f2b927e270" providerId="Windows Live" clId="Web-{954E9D87-28D1-473A-B20A-A876FFF8A80F}"/>
    <pc:docChg chg="addSld modSld">
      <pc:chgData name="Ciubotariu Florin-Constantin" userId="1a9f14f2b927e270" providerId="Windows Live" clId="Web-{954E9D87-28D1-473A-B20A-A876FFF8A80F}" dt="2018-03-30T21:05:32.347" v="155"/>
      <pc:docMkLst>
        <pc:docMk/>
      </pc:docMkLst>
      <pc:sldChg chg="modSp new">
        <pc:chgData name="Ciubotariu Florin-Constantin" userId="1a9f14f2b927e270" providerId="Windows Live" clId="Web-{954E9D87-28D1-473A-B20A-A876FFF8A80F}" dt="2018-03-30T21:01:28.561" v="39"/>
        <pc:sldMkLst>
          <pc:docMk/>
          <pc:sldMk cId="2845133442" sldId="420"/>
        </pc:sldMkLst>
        <pc:spChg chg="mod">
          <ac:chgData name="Ciubotariu Florin-Constantin" userId="1a9f14f2b927e270" providerId="Windows Live" clId="Web-{954E9D87-28D1-473A-B20A-A876FFF8A80F}" dt="2018-03-30T21:01:28.561" v="39"/>
          <ac:spMkLst>
            <pc:docMk/>
            <pc:sldMk cId="2845133442" sldId="420"/>
            <ac:spMk id="2" creationId="{D59E2F89-5BBE-4CD4-8C79-756F83933CD2}"/>
          </ac:spMkLst>
        </pc:spChg>
        <pc:spChg chg="mod">
          <ac:chgData name="Ciubotariu Florin-Constantin" userId="1a9f14f2b927e270" providerId="Windows Live" clId="Web-{954E9D87-28D1-473A-B20A-A876FFF8A80F}" dt="2018-03-30T21:01:25.592" v="33"/>
          <ac:spMkLst>
            <pc:docMk/>
            <pc:sldMk cId="2845133442" sldId="420"/>
            <ac:spMk id="3" creationId="{F18147EF-8924-4C00-BA63-F2462881C3DA}"/>
          </ac:spMkLst>
        </pc:spChg>
      </pc:sldChg>
      <pc:sldChg chg="modSp new">
        <pc:chgData name="Ciubotariu Florin-Constantin" userId="1a9f14f2b927e270" providerId="Windows Live" clId="Web-{954E9D87-28D1-473A-B20A-A876FFF8A80F}" dt="2018-03-30T21:01:53.999" v="55"/>
        <pc:sldMkLst>
          <pc:docMk/>
          <pc:sldMk cId="4273989101" sldId="421"/>
        </pc:sldMkLst>
        <pc:spChg chg="mod">
          <ac:chgData name="Ciubotariu Florin-Constantin" userId="1a9f14f2b927e270" providerId="Windows Live" clId="Web-{954E9D87-28D1-473A-B20A-A876FFF8A80F}" dt="2018-03-30T21:01:52.780" v="51"/>
          <ac:spMkLst>
            <pc:docMk/>
            <pc:sldMk cId="4273989101" sldId="421"/>
            <ac:spMk id="2" creationId="{3FCAD992-833B-4734-A8B7-EBBA5EE28AD5}"/>
          </ac:spMkLst>
        </pc:spChg>
        <pc:spChg chg="mod">
          <ac:chgData name="Ciubotariu Florin-Constantin" userId="1a9f14f2b927e270" providerId="Windows Live" clId="Web-{954E9D87-28D1-473A-B20A-A876FFF8A80F}" dt="2018-03-30T21:01:53.999" v="55"/>
          <ac:spMkLst>
            <pc:docMk/>
            <pc:sldMk cId="4273989101" sldId="421"/>
            <ac:spMk id="3" creationId="{24763FDE-98B7-4790-97BB-B589D8C45BE1}"/>
          </ac:spMkLst>
        </pc:spChg>
      </pc:sldChg>
      <pc:sldChg chg="modSp new">
        <pc:chgData name="Ciubotariu Florin-Constantin" userId="1a9f14f2b927e270" providerId="Windows Live" clId="Web-{954E9D87-28D1-473A-B20A-A876FFF8A80F}" dt="2018-03-30T21:05:32.347" v="154"/>
        <pc:sldMkLst>
          <pc:docMk/>
          <pc:sldMk cId="3908700609" sldId="422"/>
        </pc:sldMkLst>
        <pc:spChg chg="mod">
          <ac:chgData name="Ciubotariu Florin-Constantin" userId="1a9f14f2b927e270" providerId="Windows Live" clId="Web-{954E9D87-28D1-473A-B20A-A876FFF8A80F}" dt="2018-03-30T21:03:55.112" v="66"/>
          <ac:spMkLst>
            <pc:docMk/>
            <pc:sldMk cId="3908700609" sldId="422"/>
            <ac:spMk id="2" creationId="{78F6DC44-CE84-42DF-96B2-8BCE42537391}"/>
          </ac:spMkLst>
        </pc:spChg>
        <pc:spChg chg="mod">
          <ac:chgData name="Ciubotariu Florin-Constantin" userId="1a9f14f2b927e270" providerId="Windows Live" clId="Web-{954E9D87-28D1-473A-B20A-A876FFF8A80F}" dt="2018-03-30T21:05:32.347" v="154"/>
          <ac:spMkLst>
            <pc:docMk/>
            <pc:sldMk cId="3908700609" sldId="422"/>
            <ac:spMk id="3" creationId="{9A46AE05-BA26-4FE3-ABA2-36079D65DA8F}"/>
          </ac:spMkLst>
        </pc:spChg>
      </pc:sldChg>
    </pc:docChg>
  </pc:docChgLst>
  <pc:docChgLst>
    <pc:chgData name="Daniel Moniry-Abyaneh" userId="609528b46dd255ef" providerId="Windows Live" clId="Web-{23921F7A-124D-4BE8-AB68-49075D895D75}"/>
    <pc:docChg chg="addSld modSld">
      <pc:chgData name="Daniel Moniry-Abyaneh" userId="609528b46dd255ef" providerId="Windows Live" clId="Web-{23921F7A-124D-4BE8-AB68-49075D895D75}" dt="2018-04-29T14:12:53.406" v="91"/>
      <pc:docMkLst>
        <pc:docMk/>
      </pc:docMkLst>
      <pc:sldChg chg="modSp new">
        <pc:chgData name="Daniel Moniry-Abyaneh" userId="609528b46dd255ef" providerId="Windows Live" clId="Web-{23921F7A-124D-4BE8-AB68-49075D895D75}" dt="2018-04-29T14:12:53.406" v="90"/>
        <pc:sldMkLst>
          <pc:docMk/>
          <pc:sldMk cId="3855970135" sldId="345"/>
        </pc:sldMkLst>
        <pc:spChg chg="mod">
          <ac:chgData name="Daniel Moniry-Abyaneh" userId="609528b46dd255ef" providerId="Windows Live" clId="Web-{23921F7A-124D-4BE8-AB68-49075D895D75}" dt="2018-04-29T14:11:04.687" v="3"/>
          <ac:spMkLst>
            <pc:docMk/>
            <pc:sldMk cId="3855970135" sldId="345"/>
            <ac:spMk id="2" creationId="{8CC15720-5A19-4264-A56B-75C8D29E2617}"/>
          </ac:spMkLst>
        </pc:spChg>
        <pc:spChg chg="mod">
          <ac:chgData name="Daniel Moniry-Abyaneh" userId="609528b46dd255ef" providerId="Windows Live" clId="Web-{23921F7A-124D-4BE8-AB68-49075D895D75}" dt="2018-04-29T14:12:53.406" v="90"/>
          <ac:spMkLst>
            <pc:docMk/>
            <pc:sldMk cId="3855970135" sldId="345"/>
            <ac:spMk id="3" creationId="{19E22CC0-D4F2-42E5-9AED-F339E95BF2E8}"/>
          </ac:spMkLst>
        </pc:spChg>
      </pc:sldChg>
    </pc:docChg>
  </pc:docChgLst>
  <pc:docChgLst>
    <pc:chgData name="Daniel Moniry-Abyaneh" userId="609528b46dd255ef" providerId="Windows Live" clId="Web-{5FCA9E90-9867-4B94-A6D5-4C4E0479EEB3}"/>
    <pc:docChg chg="modSld">
      <pc:chgData name="Daniel Moniry-Abyaneh" userId="609528b46dd255ef" providerId="Windows Live" clId="Web-{5FCA9E90-9867-4B94-A6D5-4C4E0479EEB3}" dt="2018-03-04T16:28:23.376" v="201"/>
      <pc:docMkLst>
        <pc:docMk/>
      </pc:docMkLst>
      <pc:sldChg chg="modSp">
        <pc:chgData name="Daniel Moniry-Abyaneh" userId="609528b46dd255ef" providerId="Windows Live" clId="Web-{5FCA9E90-9867-4B94-A6D5-4C4E0479EEB3}" dt="2018-03-04T16:27:12.439" v="184"/>
        <pc:sldMkLst>
          <pc:docMk/>
          <pc:sldMk cId="2499791184" sldId="256"/>
        </pc:sldMkLst>
        <pc:spChg chg="mod">
          <ac:chgData name="Daniel Moniry-Abyaneh" userId="609528b46dd255ef" providerId="Windows Live" clId="Web-{5FCA9E90-9867-4B94-A6D5-4C4E0479EEB3}" dt="2018-03-04T16:26:38.720" v="136"/>
          <ac:spMkLst>
            <pc:docMk/>
            <pc:sldMk cId="2499791184" sldId="256"/>
            <ac:spMk id="2" creationId="{00000000-0000-0000-0000-000000000000}"/>
          </ac:spMkLst>
        </pc:spChg>
        <pc:spChg chg="mod">
          <ac:chgData name="Daniel Moniry-Abyaneh" userId="609528b46dd255ef" providerId="Windows Live" clId="Web-{5FCA9E90-9867-4B94-A6D5-4C4E0479EEB3}" dt="2018-03-04T16:27:12.439" v="184"/>
          <ac:spMkLst>
            <pc:docMk/>
            <pc:sldMk cId="2499791184" sldId="256"/>
            <ac:spMk id="3" creationId="{00000000-0000-0000-0000-000000000000}"/>
          </ac:spMkLst>
        </pc:spChg>
      </pc:sldChg>
    </pc:docChg>
  </pc:docChgLst>
  <pc:docChgLst>
    <pc:chgData name="Daniel Moniry-Abyaneh" userId="609528b46dd255ef" providerId="Windows Live" clId="Web-{1DDA9222-060E-40CA-A2E2-D8A4161C9923}"/>
    <pc:docChg chg="addSld modSection">
      <pc:chgData name="Daniel Moniry-Abyaneh" userId="609528b46dd255ef" providerId="Windows Live" clId="Web-{1DDA9222-060E-40CA-A2E2-D8A4161C9923}" dt="2018-03-04T16:01:02.775" v="0"/>
      <pc:docMkLst>
        <pc:docMk/>
      </pc:docMkLst>
    </pc:docChg>
  </pc:docChgLst>
  <pc:docChgLst>
    <pc:chgData name="Guest User" providerId="Windows Live" clId="Web-{0D5D21D6-722E-433A-A348-C07713DB878B}"/>
    <pc:docChg chg="addSld modSld sldOrd">
      <pc:chgData name="Guest User" userId="" providerId="Windows Live" clId="Web-{0D5D21D6-722E-433A-A348-C07713DB878B}" dt="2018-03-16T19:29:43.191" v="668"/>
      <pc:docMkLst>
        <pc:docMk/>
      </pc:docMkLst>
    </pc:docChg>
  </pc:docChgLst>
  <pc:docChgLst>
    <pc:chgData name="Guest User" providerId="Windows Live" clId="Web-{AB264519-6686-48B9-A5F2-6D5958065C9C}"/>
    <pc:docChg chg="modSld">
      <pc:chgData name="Guest User" userId="" providerId="Windows Live" clId="Web-{AB264519-6686-48B9-A5F2-6D5958065C9C}" dt="2018-03-24T09:54:06.511" v="9"/>
      <pc:docMkLst>
        <pc:docMk/>
      </pc:docMkLst>
    </pc:docChg>
  </pc:docChgLst>
  <pc:docChgLst>
    <pc:chgData name="Guest User" providerId="Windows Live" clId="Web-{EA93B97A-B949-48AD-9C04-89F3562E4AE9}"/>
    <pc:docChg chg="modSld">
      <pc:chgData name="Guest User" userId="" providerId="Windows Live" clId="Web-{EA93B97A-B949-48AD-9C04-89F3562E4AE9}" dt="2018-03-09T21:52:47.203" v="3"/>
      <pc:docMkLst>
        <pc:docMk/>
      </pc:docMkLst>
    </pc:docChg>
  </pc:docChgLst>
  <pc:docChgLst>
    <pc:chgData name="Guest User" userId="fd98b2f48b61e251" providerId="Windows Live" clId="Web-{25AED6AB-8FAF-4E26-9FA0-9D391AD0B945}"/>
    <pc:docChg chg="addSld delSld modSld sldOrd">
      <pc:chgData name="Guest User" userId="fd98b2f48b61e251" providerId="Windows Live" clId="Web-{25AED6AB-8FAF-4E26-9FA0-9D391AD0B945}" dt="2018-03-29T16:55:42.906" v="1386"/>
      <pc:docMkLst>
        <pc:docMk/>
      </pc:docMkLst>
      <pc:sldChg chg="addSp delSp modSp add ord replId">
        <pc:chgData name="Guest User" userId="fd98b2f48b61e251" providerId="Windows Live" clId="Web-{25AED6AB-8FAF-4E26-9FA0-9D391AD0B945}" dt="2018-03-29T15:57:15.872" v="41"/>
        <pc:sldMkLst>
          <pc:docMk/>
          <pc:sldMk cId="40177978" sldId="393"/>
        </pc:sldMkLst>
        <pc:spChg chg="mod">
          <ac:chgData name="Guest User" userId="fd98b2f48b61e251" providerId="Windows Live" clId="Web-{25AED6AB-8FAF-4E26-9FA0-9D391AD0B945}" dt="2018-03-29T15:57:08.153" v="33"/>
          <ac:spMkLst>
            <pc:docMk/>
            <pc:sldMk cId="40177978" sldId="393"/>
            <ac:spMk id="2" creationId="{00000000-0000-0000-0000-000000000000}"/>
          </ac:spMkLst>
        </pc:spChg>
        <pc:spChg chg="del mod">
          <ac:chgData name="Guest User" userId="fd98b2f48b61e251" providerId="Windows Live" clId="Web-{25AED6AB-8FAF-4E26-9FA0-9D391AD0B945}" dt="2018-03-29T15:57:10.966" v="38"/>
          <ac:spMkLst>
            <pc:docMk/>
            <pc:sldMk cId="40177978" sldId="393"/>
            <ac:spMk id="3" creationId="{00000000-0000-0000-0000-000000000000}"/>
          </ac:spMkLst>
        </pc:spChg>
        <pc:spChg chg="add mod">
          <ac:chgData name="Guest User" userId="fd98b2f48b61e251" providerId="Windows Live" clId="Web-{25AED6AB-8FAF-4E26-9FA0-9D391AD0B945}" dt="2018-03-29T15:57:15.872" v="41"/>
          <ac:spMkLst>
            <pc:docMk/>
            <pc:sldMk cId="40177978" sldId="393"/>
            <ac:spMk id="5" creationId="{279A7DA3-3947-4345-9DFB-5F6214DB6C4F}"/>
          </ac:spMkLst>
        </pc:spChg>
      </pc:sldChg>
      <pc:sldChg chg="modSp new">
        <pc:chgData name="Guest User" userId="fd98b2f48b61e251" providerId="Windows Live" clId="Web-{25AED6AB-8FAF-4E26-9FA0-9D391AD0B945}" dt="2018-03-29T15:59:07.935" v="130"/>
        <pc:sldMkLst>
          <pc:docMk/>
          <pc:sldMk cId="2093862750" sldId="394"/>
        </pc:sldMkLst>
        <pc:spChg chg="mod">
          <ac:chgData name="Guest User" userId="fd98b2f48b61e251" providerId="Windows Live" clId="Web-{25AED6AB-8FAF-4E26-9FA0-9D391AD0B945}" dt="2018-03-29T15:58:14.716" v="65"/>
          <ac:spMkLst>
            <pc:docMk/>
            <pc:sldMk cId="2093862750" sldId="394"/>
            <ac:spMk id="2" creationId="{83AC3293-8032-4472-B512-FD60177F3D19}"/>
          </ac:spMkLst>
        </pc:spChg>
        <pc:spChg chg="mod">
          <ac:chgData name="Guest User" userId="fd98b2f48b61e251" providerId="Windows Live" clId="Web-{25AED6AB-8FAF-4E26-9FA0-9D391AD0B945}" dt="2018-03-29T15:59:07.935" v="130"/>
          <ac:spMkLst>
            <pc:docMk/>
            <pc:sldMk cId="2093862750" sldId="394"/>
            <ac:spMk id="3" creationId="{7FFCA19A-8432-4BDF-8F80-93FACA595152}"/>
          </ac:spMkLst>
        </pc:spChg>
      </pc:sldChg>
      <pc:sldChg chg="modSp new">
        <pc:chgData name="Guest User" userId="fd98b2f48b61e251" providerId="Windows Live" clId="Web-{25AED6AB-8FAF-4E26-9FA0-9D391AD0B945}" dt="2018-03-29T16:01:29.717" v="317"/>
        <pc:sldMkLst>
          <pc:docMk/>
          <pc:sldMk cId="1870883420" sldId="395"/>
        </pc:sldMkLst>
        <pc:spChg chg="mod">
          <ac:chgData name="Guest User" userId="fd98b2f48b61e251" providerId="Windows Live" clId="Web-{25AED6AB-8FAF-4E26-9FA0-9D391AD0B945}" dt="2018-03-29T15:59:19.107" v="137"/>
          <ac:spMkLst>
            <pc:docMk/>
            <pc:sldMk cId="1870883420" sldId="395"/>
            <ac:spMk id="2" creationId="{9B38AEEF-CD97-4931-BC3E-69309FD3B1FC}"/>
          </ac:spMkLst>
        </pc:spChg>
        <pc:spChg chg="mod">
          <ac:chgData name="Guest User" userId="fd98b2f48b61e251" providerId="Windows Live" clId="Web-{25AED6AB-8FAF-4E26-9FA0-9D391AD0B945}" dt="2018-03-29T16:01:29.717" v="317"/>
          <ac:spMkLst>
            <pc:docMk/>
            <pc:sldMk cId="1870883420" sldId="395"/>
            <ac:spMk id="3" creationId="{1D64380C-C26D-4923-AD3C-355D57A38906}"/>
          </ac:spMkLst>
        </pc:spChg>
      </pc:sldChg>
      <pc:sldChg chg="modSp new">
        <pc:chgData name="Guest User" userId="fd98b2f48b61e251" providerId="Windows Live" clId="Web-{25AED6AB-8FAF-4E26-9FA0-9D391AD0B945}" dt="2018-03-29T16:17:43.710" v="415"/>
        <pc:sldMkLst>
          <pc:docMk/>
          <pc:sldMk cId="3288712808" sldId="396"/>
        </pc:sldMkLst>
        <pc:spChg chg="mod">
          <ac:chgData name="Guest User" userId="fd98b2f48b61e251" providerId="Windows Live" clId="Web-{25AED6AB-8FAF-4E26-9FA0-9D391AD0B945}" dt="2018-03-29T16:16:37.851" v="333"/>
          <ac:spMkLst>
            <pc:docMk/>
            <pc:sldMk cId="3288712808" sldId="396"/>
            <ac:spMk id="2" creationId="{4FE373B7-F378-4414-A5DB-D2E26253B899}"/>
          </ac:spMkLst>
        </pc:spChg>
        <pc:spChg chg="mod">
          <ac:chgData name="Guest User" userId="fd98b2f48b61e251" providerId="Windows Live" clId="Web-{25AED6AB-8FAF-4E26-9FA0-9D391AD0B945}" dt="2018-03-29T16:17:43.710" v="415"/>
          <ac:spMkLst>
            <pc:docMk/>
            <pc:sldMk cId="3288712808" sldId="396"/>
            <ac:spMk id="3" creationId="{12013CA0-E0DF-4586-BB80-6403E6782A5D}"/>
          </ac:spMkLst>
        </pc:spChg>
      </pc:sldChg>
      <pc:sldChg chg="modSp new">
        <pc:chgData name="Guest User" userId="fd98b2f48b61e251" providerId="Windows Live" clId="Web-{25AED6AB-8FAF-4E26-9FA0-9D391AD0B945}" dt="2018-03-29T16:21:12.571" v="581"/>
        <pc:sldMkLst>
          <pc:docMk/>
          <pc:sldMk cId="1488355642" sldId="397"/>
        </pc:sldMkLst>
        <pc:spChg chg="mod">
          <ac:chgData name="Guest User" userId="fd98b2f48b61e251" providerId="Windows Live" clId="Web-{25AED6AB-8FAF-4E26-9FA0-9D391AD0B945}" dt="2018-03-29T16:21:12.571" v="581"/>
          <ac:spMkLst>
            <pc:docMk/>
            <pc:sldMk cId="1488355642" sldId="397"/>
            <ac:spMk id="2" creationId="{DAA1266D-804B-4E28-BB81-A22C447262E4}"/>
          </ac:spMkLst>
        </pc:spChg>
        <pc:spChg chg="mod">
          <ac:chgData name="Guest User" userId="fd98b2f48b61e251" providerId="Windows Live" clId="Web-{25AED6AB-8FAF-4E26-9FA0-9D391AD0B945}" dt="2018-03-29T16:21:05.712" v="575"/>
          <ac:spMkLst>
            <pc:docMk/>
            <pc:sldMk cId="1488355642" sldId="397"/>
            <ac:spMk id="3" creationId="{A0AD4D61-E159-4627-B9ED-50B4E2949615}"/>
          </ac:spMkLst>
        </pc:spChg>
      </pc:sldChg>
      <pc:sldChg chg="modSp new">
        <pc:chgData name="Guest User" userId="fd98b2f48b61e251" providerId="Windows Live" clId="Web-{25AED6AB-8FAF-4E26-9FA0-9D391AD0B945}" dt="2018-03-29T16:22:18.962" v="658"/>
        <pc:sldMkLst>
          <pc:docMk/>
          <pc:sldMk cId="2995019548" sldId="398"/>
        </pc:sldMkLst>
        <pc:spChg chg="mod">
          <ac:chgData name="Guest User" userId="fd98b2f48b61e251" providerId="Windows Live" clId="Web-{25AED6AB-8FAF-4E26-9FA0-9D391AD0B945}" dt="2018-03-29T16:21:29.399" v="589"/>
          <ac:spMkLst>
            <pc:docMk/>
            <pc:sldMk cId="2995019548" sldId="398"/>
            <ac:spMk id="2" creationId="{FFDA9067-8AAE-40BB-BA4B-5D7EFB2EBA35}"/>
          </ac:spMkLst>
        </pc:spChg>
        <pc:spChg chg="mod">
          <ac:chgData name="Guest User" userId="fd98b2f48b61e251" providerId="Windows Live" clId="Web-{25AED6AB-8FAF-4E26-9FA0-9D391AD0B945}" dt="2018-03-29T16:22:18.962" v="658"/>
          <ac:spMkLst>
            <pc:docMk/>
            <pc:sldMk cId="2995019548" sldId="398"/>
            <ac:spMk id="3" creationId="{7146CD04-E21D-4DF5-9103-048DD837DA96}"/>
          </ac:spMkLst>
        </pc:spChg>
      </pc:sldChg>
      <pc:sldChg chg="modSp new">
        <pc:chgData name="Guest User" userId="fd98b2f48b61e251" providerId="Windows Live" clId="Web-{25AED6AB-8FAF-4E26-9FA0-9D391AD0B945}" dt="2018-03-29T16:26:22.026" v="838"/>
        <pc:sldMkLst>
          <pc:docMk/>
          <pc:sldMk cId="2100093031" sldId="399"/>
        </pc:sldMkLst>
        <pc:spChg chg="mod">
          <ac:chgData name="Guest User" userId="fd98b2f48b61e251" providerId="Windows Live" clId="Web-{25AED6AB-8FAF-4E26-9FA0-9D391AD0B945}" dt="2018-03-29T16:22:47.962" v="676"/>
          <ac:spMkLst>
            <pc:docMk/>
            <pc:sldMk cId="2100093031" sldId="399"/>
            <ac:spMk id="2" creationId="{12715D73-D10A-4B44-AEED-D189D926B011}"/>
          </ac:spMkLst>
        </pc:spChg>
        <pc:spChg chg="mod">
          <ac:chgData name="Guest User" userId="fd98b2f48b61e251" providerId="Windows Live" clId="Web-{25AED6AB-8FAF-4E26-9FA0-9D391AD0B945}" dt="2018-03-29T16:26:22.026" v="838"/>
          <ac:spMkLst>
            <pc:docMk/>
            <pc:sldMk cId="2100093031" sldId="399"/>
            <ac:spMk id="3" creationId="{DB27D4CC-1726-46BC-B042-EC29E698A3BC}"/>
          </ac:spMkLst>
        </pc:spChg>
      </pc:sldChg>
      <pc:sldChg chg="modSp new">
        <pc:chgData name="Guest User" userId="fd98b2f48b61e251" providerId="Windows Live" clId="Web-{25AED6AB-8FAF-4E26-9FA0-9D391AD0B945}" dt="2018-03-29T16:28:28.011" v="936"/>
        <pc:sldMkLst>
          <pc:docMk/>
          <pc:sldMk cId="1778163941" sldId="400"/>
        </pc:sldMkLst>
        <pc:spChg chg="mod">
          <ac:chgData name="Guest User" userId="fd98b2f48b61e251" providerId="Windows Live" clId="Web-{25AED6AB-8FAF-4E26-9FA0-9D391AD0B945}" dt="2018-03-29T16:27:05.776" v="848"/>
          <ac:spMkLst>
            <pc:docMk/>
            <pc:sldMk cId="1778163941" sldId="400"/>
            <ac:spMk id="2" creationId="{3B81DEE5-2D49-4D4A-AFDB-DA75BFAE1AB0}"/>
          </ac:spMkLst>
        </pc:spChg>
        <pc:spChg chg="mod">
          <ac:chgData name="Guest User" userId="fd98b2f48b61e251" providerId="Windows Live" clId="Web-{25AED6AB-8FAF-4E26-9FA0-9D391AD0B945}" dt="2018-03-29T16:28:28.011" v="936"/>
          <ac:spMkLst>
            <pc:docMk/>
            <pc:sldMk cId="1778163941" sldId="400"/>
            <ac:spMk id="3" creationId="{746D6768-0135-433F-B253-5AC8A9A741E7}"/>
          </ac:spMkLst>
        </pc:spChg>
      </pc:sldChg>
      <pc:sldChg chg="modSp new">
        <pc:chgData name="Guest User" userId="fd98b2f48b61e251" providerId="Windows Live" clId="Web-{25AED6AB-8FAF-4E26-9FA0-9D391AD0B945}" dt="2018-03-29T16:30:36.497" v="1068"/>
        <pc:sldMkLst>
          <pc:docMk/>
          <pc:sldMk cId="124102710" sldId="401"/>
        </pc:sldMkLst>
        <pc:spChg chg="mod">
          <ac:chgData name="Guest User" userId="fd98b2f48b61e251" providerId="Windows Live" clId="Web-{25AED6AB-8FAF-4E26-9FA0-9D391AD0B945}" dt="2018-03-29T16:28:56.653" v="947"/>
          <ac:spMkLst>
            <pc:docMk/>
            <pc:sldMk cId="124102710" sldId="401"/>
            <ac:spMk id="2" creationId="{E3FC51B8-3FC1-45DD-A28D-263DAC50785F}"/>
          </ac:spMkLst>
        </pc:spChg>
        <pc:spChg chg="mod">
          <ac:chgData name="Guest User" userId="fd98b2f48b61e251" providerId="Windows Live" clId="Web-{25AED6AB-8FAF-4E26-9FA0-9D391AD0B945}" dt="2018-03-29T16:30:36.497" v="1068"/>
          <ac:spMkLst>
            <pc:docMk/>
            <pc:sldMk cId="124102710" sldId="401"/>
            <ac:spMk id="3" creationId="{5DB08FFC-F4F8-4C93-A914-E36AF13662AA}"/>
          </ac:spMkLst>
        </pc:spChg>
      </pc:sldChg>
      <pc:sldChg chg="addSp modSp new">
        <pc:chgData name="Guest User" userId="fd98b2f48b61e251" providerId="Windows Live" clId="Web-{25AED6AB-8FAF-4E26-9FA0-9D391AD0B945}" dt="2018-03-29T16:34:51.174" v="1179"/>
        <pc:sldMkLst>
          <pc:docMk/>
          <pc:sldMk cId="3552992404" sldId="402"/>
        </pc:sldMkLst>
        <pc:spChg chg="mod">
          <ac:chgData name="Guest User" userId="fd98b2f48b61e251" providerId="Windows Live" clId="Web-{25AED6AB-8FAF-4E26-9FA0-9D391AD0B945}" dt="2018-03-29T16:34:51.174" v="1179"/>
          <ac:spMkLst>
            <pc:docMk/>
            <pc:sldMk cId="3552992404" sldId="402"/>
            <ac:spMk id="2" creationId="{9DD10608-4B19-4562-948A-7A8B18147495}"/>
          </ac:spMkLst>
        </pc:spChg>
        <pc:spChg chg="mod">
          <ac:chgData name="Guest User" userId="fd98b2f48b61e251" providerId="Windows Live" clId="Web-{25AED6AB-8FAF-4E26-9FA0-9D391AD0B945}" dt="2018-03-29T16:34:24.362" v="1168"/>
          <ac:spMkLst>
            <pc:docMk/>
            <pc:sldMk cId="3552992404" sldId="402"/>
            <ac:spMk id="3" creationId="{1F714294-3D92-4E97-9970-11105294FA72}"/>
          </ac:spMkLst>
        </pc:spChg>
        <pc:spChg chg="add mod">
          <ac:chgData name="Guest User" userId="fd98b2f48b61e251" providerId="Windows Live" clId="Web-{25AED6AB-8FAF-4E26-9FA0-9D391AD0B945}" dt="2018-03-29T16:34:39.299" v="1176"/>
          <ac:spMkLst>
            <pc:docMk/>
            <pc:sldMk cId="3552992404" sldId="402"/>
            <ac:spMk id="5" creationId="{A301676D-A9CF-4975-8950-E382114BAADA}"/>
          </ac:spMkLst>
        </pc:spChg>
      </pc:sldChg>
      <pc:sldChg chg="modSp new">
        <pc:chgData name="Guest User" userId="fd98b2f48b61e251" providerId="Windows Live" clId="Web-{25AED6AB-8FAF-4E26-9FA0-9D391AD0B945}" dt="2018-03-29T16:41:38.114" v="1295"/>
        <pc:sldMkLst>
          <pc:docMk/>
          <pc:sldMk cId="4027941693" sldId="403"/>
        </pc:sldMkLst>
        <pc:spChg chg="mod">
          <ac:chgData name="Guest User" userId="fd98b2f48b61e251" providerId="Windows Live" clId="Web-{25AED6AB-8FAF-4E26-9FA0-9D391AD0B945}" dt="2018-03-29T16:40:32.786" v="1201"/>
          <ac:spMkLst>
            <pc:docMk/>
            <pc:sldMk cId="4027941693" sldId="403"/>
            <ac:spMk id="2" creationId="{0D54657B-4FE8-4961-A6A5-7F1841382E5B}"/>
          </ac:spMkLst>
        </pc:spChg>
        <pc:spChg chg="mod">
          <ac:chgData name="Guest User" userId="fd98b2f48b61e251" providerId="Windows Live" clId="Web-{25AED6AB-8FAF-4E26-9FA0-9D391AD0B945}" dt="2018-03-29T16:41:38.114" v="1295"/>
          <ac:spMkLst>
            <pc:docMk/>
            <pc:sldMk cId="4027941693" sldId="403"/>
            <ac:spMk id="3" creationId="{550F7457-DCAE-4A06-91B5-7445B13A14EA}"/>
          </ac:spMkLst>
        </pc:spChg>
      </pc:sldChg>
      <pc:sldChg chg="modSp new">
        <pc:chgData name="Guest User" userId="fd98b2f48b61e251" providerId="Windows Live" clId="Web-{25AED6AB-8FAF-4E26-9FA0-9D391AD0B945}" dt="2018-03-29T16:47:40.443" v="1361"/>
        <pc:sldMkLst>
          <pc:docMk/>
          <pc:sldMk cId="3006257960" sldId="404"/>
        </pc:sldMkLst>
        <pc:spChg chg="mod">
          <ac:chgData name="Guest User" userId="fd98b2f48b61e251" providerId="Windows Live" clId="Web-{25AED6AB-8FAF-4E26-9FA0-9D391AD0B945}" dt="2018-03-29T16:41:56.364" v="1309"/>
          <ac:spMkLst>
            <pc:docMk/>
            <pc:sldMk cId="3006257960" sldId="404"/>
            <ac:spMk id="2" creationId="{7310C31A-DCC4-4E8E-BB8C-0F75C651E7D6}"/>
          </ac:spMkLst>
        </pc:spChg>
        <pc:spChg chg="mod">
          <ac:chgData name="Guest User" userId="fd98b2f48b61e251" providerId="Windows Live" clId="Web-{25AED6AB-8FAF-4E26-9FA0-9D391AD0B945}" dt="2018-03-29T16:47:40.443" v="1361"/>
          <ac:spMkLst>
            <pc:docMk/>
            <pc:sldMk cId="3006257960" sldId="404"/>
            <ac:spMk id="3" creationId="{B8D9A33F-EB94-4A74-A7E7-C0EDF2C53B70}"/>
          </ac:spMkLst>
        </pc:spChg>
      </pc:sldChg>
      <pc:sldChg chg="modSp new">
        <pc:chgData name="Guest User" userId="fd98b2f48b61e251" providerId="Windows Live" clId="Web-{25AED6AB-8FAF-4E26-9FA0-9D391AD0B945}" dt="2018-03-29T16:55:42.906" v="1385"/>
        <pc:sldMkLst>
          <pc:docMk/>
          <pc:sldMk cId="3195233200" sldId="405"/>
        </pc:sldMkLst>
        <pc:spChg chg="mod">
          <ac:chgData name="Guest User" userId="fd98b2f48b61e251" providerId="Windows Live" clId="Web-{25AED6AB-8FAF-4E26-9FA0-9D391AD0B945}" dt="2018-03-29T16:55:39.875" v="1380"/>
          <ac:spMkLst>
            <pc:docMk/>
            <pc:sldMk cId="3195233200" sldId="405"/>
            <ac:spMk id="2" creationId="{12E1A024-4306-4DAD-B1A6-9EFEA2172ED0}"/>
          </ac:spMkLst>
        </pc:spChg>
        <pc:spChg chg="mod">
          <ac:chgData name="Guest User" userId="fd98b2f48b61e251" providerId="Windows Live" clId="Web-{25AED6AB-8FAF-4E26-9FA0-9D391AD0B945}" dt="2018-03-29T16:55:42.906" v="1385"/>
          <ac:spMkLst>
            <pc:docMk/>
            <pc:sldMk cId="3195233200" sldId="405"/>
            <ac:spMk id="3" creationId="{A402DD87-5425-4E01-95CC-414742121A44}"/>
          </ac:spMkLst>
        </pc:spChg>
      </pc:sldChg>
    </pc:docChg>
  </pc:docChgLst>
  <pc:docChgLst>
    <pc:chgData name="Guest User" providerId="Windows Live" clId="Web-{378AB8DD-AC6C-4A89-8B3E-FAF040AE3624}"/>
    <pc:docChg chg="addSld delSld">
      <pc:chgData name="Guest User" userId="" providerId="Windows Live" clId="Web-{378AB8DD-AC6C-4A89-8B3E-FAF040AE3624}" dt="2018-03-24T10:27:08.121" v="1"/>
      <pc:docMkLst>
        <pc:docMk/>
      </pc:docMkLst>
    </pc:docChg>
  </pc:docChgLst>
  <pc:docChgLst>
    <pc:chgData name="Guest User" providerId="Windows Live" clId="Web-{66194723-B88C-44D9-B8D6-48D55C308C68}"/>
    <pc:docChg chg="addSld delSld modSld sldOrd">
      <pc:chgData name="Guest User" userId="" providerId="Windows Live" clId="Web-{66194723-B88C-44D9-B8D6-48D55C308C68}" dt="2018-04-20T10:53:46.864" v="457"/>
      <pc:docMkLst>
        <pc:docMk/>
      </pc:docMkLst>
      <pc:sldChg chg="del">
        <pc:chgData name="Guest User" userId="" providerId="Windows Live" clId="Web-{66194723-B88C-44D9-B8D6-48D55C308C68}" dt="2018-04-20T10:19:55.293" v="1"/>
        <pc:sldMkLst>
          <pc:docMk/>
          <pc:sldMk cId="2788697534" sldId="304"/>
        </pc:sldMkLst>
      </pc:sldChg>
      <pc:sldChg chg="del">
        <pc:chgData name="Guest User" userId="" providerId="Windows Live" clId="Web-{66194723-B88C-44D9-B8D6-48D55C308C68}" dt="2018-04-20T10:19:55.715" v="2"/>
        <pc:sldMkLst>
          <pc:docMk/>
          <pc:sldMk cId="893580824" sldId="385"/>
        </pc:sldMkLst>
      </pc:sldChg>
      <pc:sldChg chg="del">
        <pc:chgData name="Guest User" userId="" providerId="Windows Live" clId="Web-{66194723-B88C-44D9-B8D6-48D55C308C68}" dt="2018-04-20T10:19:59.433" v="5"/>
        <pc:sldMkLst>
          <pc:docMk/>
          <pc:sldMk cId="3620735176" sldId="386"/>
        </pc:sldMkLst>
      </pc:sldChg>
      <pc:sldChg chg="del">
        <pc:chgData name="Guest User" userId="" providerId="Windows Live" clId="Web-{66194723-B88C-44D9-B8D6-48D55C308C68}" dt="2018-04-20T10:19:56.387" v="3"/>
        <pc:sldMkLst>
          <pc:docMk/>
          <pc:sldMk cId="521553742" sldId="387"/>
        </pc:sldMkLst>
      </pc:sldChg>
      <pc:sldChg chg="del">
        <pc:chgData name="Guest User" userId="" providerId="Windows Live" clId="Web-{66194723-B88C-44D9-B8D6-48D55C308C68}" dt="2018-04-20T10:19:58.183" v="4"/>
        <pc:sldMkLst>
          <pc:docMk/>
          <pc:sldMk cId="993195831" sldId="388"/>
        </pc:sldMkLst>
      </pc:sldChg>
      <pc:sldChg chg="del">
        <pc:chgData name="Guest User" userId="" providerId="Windows Live" clId="Web-{66194723-B88C-44D9-B8D6-48D55C308C68}" dt="2018-04-20T10:20:00.355" v="6"/>
        <pc:sldMkLst>
          <pc:docMk/>
          <pc:sldMk cId="3945530219" sldId="389"/>
        </pc:sldMkLst>
      </pc:sldChg>
      <pc:sldChg chg="del">
        <pc:chgData name="Guest User" userId="" providerId="Windows Live" clId="Web-{66194723-B88C-44D9-B8D6-48D55C308C68}" dt="2018-04-20T10:19:52.449" v="0"/>
        <pc:sldMkLst>
          <pc:docMk/>
          <pc:sldMk cId="1065182317" sldId="390"/>
        </pc:sldMkLst>
      </pc:sldChg>
      <pc:sldChg chg="del">
        <pc:chgData name="Guest User" userId="" providerId="Windows Live" clId="Web-{66194723-B88C-44D9-B8D6-48D55C308C68}" dt="2018-04-20T10:20:01.058" v="7"/>
        <pc:sldMkLst>
          <pc:docMk/>
          <pc:sldMk cId="2304014531" sldId="391"/>
        </pc:sldMkLst>
      </pc:sldChg>
      <pc:sldChg chg="del">
        <pc:chgData name="Guest User" userId="" providerId="Windows Live" clId="Web-{66194723-B88C-44D9-B8D6-48D55C308C68}" dt="2018-04-20T10:20:05.808" v="11"/>
        <pc:sldMkLst>
          <pc:docMk/>
          <pc:sldMk cId="40177978" sldId="393"/>
        </pc:sldMkLst>
      </pc:sldChg>
      <pc:sldChg chg="del">
        <pc:chgData name="Guest User" userId="" providerId="Windows Live" clId="Web-{66194723-B88C-44D9-B8D6-48D55C308C68}" dt="2018-04-20T10:20:06.808" v="12"/>
        <pc:sldMkLst>
          <pc:docMk/>
          <pc:sldMk cId="2093862750" sldId="394"/>
        </pc:sldMkLst>
      </pc:sldChg>
      <pc:sldChg chg="del">
        <pc:chgData name="Guest User" userId="" providerId="Windows Live" clId="Web-{66194723-B88C-44D9-B8D6-48D55C308C68}" dt="2018-04-20T10:20:08.168" v="13"/>
        <pc:sldMkLst>
          <pc:docMk/>
          <pc:sldMk cId="1870883420" sldId="395"/>
        </pc:sldMkLst>
      </pc:sldChg>
      <pc:sldChg chg="del">
        <pc:chgData name="Guest User" userId="" providerId="Windows Live" clId="Web-{66194723-B88C-44D9-B8D6-48D55C308C68}" dt="2018-04-20T10:20:08.887" v="14"/>
        <pc:sldMkLst>
          <pc:docMk/>
          <pc:sldMk cId="3288712808" sldId="396"/>
        </pc:sldMkLst>
      </pc:sldChg>
      <pc:sldChg chg="del">
        <pc:chgData name="Guest User" userId="" providerId="Windows Live" clId="Web-{66194723-B88C-44D9-B8D6-48D55C308C68}" dt="2018-04-20T10:20:09.933" v="15"/>
        <pc:sldMkLst>
          <pc:docMk/>
          <pc:sldMk cId="1488355642" sldId="397"/>
        </pc:sldMkLst>
      </pc:sldChg>
      <pc:sldChg chg="del">
        <pc:chgData name="Guest User" userId="" providerId="Windows Live" clId="Web-{66194723-B88C-44D9-B8D6-48D55C308C68}" dt="2018-04-20T10:20:11.105" v="16"/>
        <pc:sldMkLst>
          <pc:docMk/>
          <pc:sldMk cId="2995019548" sldId="398"/>
        </pc:sldMkLst>
      </pc:sldChg>
      <pc:sldChg chg="del">
        <pc:chgData name="Guest User" userId="" providerId="Windows Live" clId="Web-{66194723-B88C-44D9-B8D6-48D55C308C68}" dt="2018-04-20T10:20:11.684" v="17"/>
        <pc:sldMkLst>
          <pc:docMk/>
          <pc:sldMk cId="2100093031" sldId="399"/>
        </pc:sldMkLst>
      </pc:sldChg>
      <pc:sldChg chg="del">
        <pc:chgData name="Guest User" userId="" providerId="Windows Live" clId="Web-{66194723-B88C-44D9-B8D6-48D55C308C68}" dt="2018-04-20T10:20:12.496" v="18"/>
        <pc:sldMkLst>
          <pc:docMk/>
          <pc:sldMk cId="1778163941" sldId="400"/>
        </pc:sldMkLst>
      </pc:sldChg>
      <pc:sldChg chg="del">
        <pc:chgData name="Guest User" userId="" providerId="Windows Live" clId="Web-{66194723-B88C-44D9-B8D6-48D55C308C68}" dt="2018-04-20T10:20:13.652" v="19"/>
        <pc:sldMkLst>
          <pc:docMk/>
          <pc:sldMk cId="124102710" sldId="401"/>
        </pc:sldMkLst>
      </pc:sldChg>
      <pc:sldChg chg="del">
        <pc:chgData name="Guest User" userId="" providerId="Windows Live" clId="Web-{66194723-B88C-44D9-B8D6-48D55C308C68}" dt="2018-04-20T10:20:14.262" v="20"/>
        <pc:sldMkLst>
          <pc:docMk/>
          <pc:sldMk cId="3552992404" sldId="402"/>
        </pc:sldMkLst>
      </pc:sldChg>
      <pc:sldChg chg="del">
        <pc:chgData name="Guest User" userId="" providerId="Windows Live" clId="Web-{66194723-B88C-44D9-B8D6-48D55C308C68}" dt="2018-04-20T10:20:14.918" v="21"/>
        <pc:sldMkLst>
          <pc:docMk/>
          <pc:sldMk cId="4027941693" sldId="403"/>
        </pc:sldMkLst>
      </pc:sldChg>
      <pc:sldChg chg="del">
        <pc:chgData name="Guest User" userId="" providerId="Windows Live" clId="Web-{66194723-B88C-44D9-B8D6-48D55C308C68}" dt="2018-04-20T10:20:17.652" v="24"/>
        <pc:sldMkLst>
          <pc:docMk/>
          <pc:sldMk cId="3006257960" sldId="404"/>
        </pc:sldMkLst>
      </pc:sldChg>
      <pc:sldChg chg="del">
        <pc:chgData name="Guest User" userId="" providerId="Windows Live" clId="Web-{66194723-B88C-44D9-B8D6-48D55C308C68}" dt="2018-04-20T10:20:18.996" v="25"/>
        <pc:sldMkLst>
          <pc:docMk/>
          <pc:sldMk cId="3195233200" sldId="405"/>
        </pc:sldMkLst>
      </pc:sldChg>
      <pc:sldChg chg="del">
        <pc:chgData name="Guest User" userId="" providerId="Windows Live" clId="Web-{66194723-B88C-44D9-B8D6-48D55C308C68}" dt="2018-04-20T10:20:19.699" v="26"/>
        <pc:sldMkLst>
          <pc:docMk/>
          <pc:sldMk cId="82441915" sldId="407"/>
        </pc:sldMkLst>
      </pc:sldChg>
      <pc:sldChg chg="del">
        <pc:chgData name="Guest User" userId="" providerId="Windows Live" clId="Web-{66194723-B88C-44D9-B8D6-48D55C308C68}" dt="2018-04-20T10:20:22.512" v="28"/>
        <pc:sldMkLst>
          <pc:docMk/>
          <pc:sldMk cId="3076212253" sldId="408"/>
        </pc:sldMkLst>
      </pc:sldChg>
      <pc:sldChg chg="del">
        <pc:chgData name="Guest User" userId="" providerId="Windows Live" clId="Web-{66194723-B88C-44D9-B8D6-48D55C308C68}" dt="2018-04-20T10:20:15.512" v="22"/>
        <pc:sldMkLst>
          <pc:docMk/>
          <pc:sldMk cId="1857070582" sldId="409"/>
        </pc:sldMkLst>
      </pc:sldChg>
      <pc:sldChg chg="del">
        <pc:chgData name="Guest User" userId="" providerId="Windows Live" clId="Web-{66194723-B88C-44D9-B8D6-48D55C308C68}" dt="2018-04-20T10:20:16.621" v="23"/>
        <pc:sldMkLst>
          <pc:docMk/>
          <pc:sldMk cId="1113645329" sldId="410"/>
        </pc:sldMkLst>
      </pc:sldChg>
      <pc:sldChg chg="del">
        <pc:chgData name="Guest User" userId="" providerId="Windows Live" clId="Web-{66194723-B88C-44D9-B8D6-48D55C308C68}" dt="2018-04-20T10:20:23.887" v="29"/>
        <pc:sldMkLst>
          <pc:docMk/>
          <pc:sldMk cId="212291144" sldId="411"/>
        </pc:sldMkLst>
      </pc:sldChg>
      <pc:sldChg chg="del">
        <pc:chgData name="Guest User" userId="" providerId="Windows Live" clId="Web-{66194723-B88C-44D9-B8D6-48D55C308C68}" dt="2018-04-20T10:20:20.762" v="27"/>
        <pc:sldMkLst>
          <pc:docMk/>
          <pc:sldMk cId="527933551" sldId="414"/>
        </pc:sldMkLst>
      </pc:sldChg>
      <pc:sldChg chg="del">
        <pc:chgData name="Guest User" userId="" providerId="Windows Live" clId="Web-{66194723-B88C-44D9-B8D6-48D55C308C68}" dt="2018-04-20T10:20:24.887" v="30"/>
        <pc:sldMkLst>
          <pc:docMk/>
          <pc:sldMk cId="4132066269" sldId="415"/>
        </pc:sldMkLst>
      </pc:sldChg>
      <pc:sldChg chg="del">
        <pc:chgData name="Guest User" userId="" providerId="Windows Live" clId="Web-{66194723-B88C-44D9-B8D6-48D55C308C68}" dt="2018-04-20T10:20:27.387" v="32"/>
        <pc:sldMkLst>
          <pc:docMk/>
          <pc:sldMk cId="227208308" sldId="416"/>
        </pc:sldMkLst>
      </pc:sldChg>
      <pc:sldChg chg="del">
        <pc:chgData name="Guest User" userId="" providerId="Windows Live" clId="Web-{66194723-B88C-44D9-B8D6-48D55C308C68}" dt="2018-04-20T10:20:25.605" v="31"/>
        <pc:sldMkLst>
          <pc:docMk/>
          <pc:sldMk cId="1256848242" sldId="417"/>
        </pc:sldMkLst>
      </pc:sldChg>
      <pc:sldChg chg="del">
        <pc:chgData name="Guest User" userId="" providerId="Windows Live" clId="Web-{66194723-B88C-44D9-B8D6-48D55C308C68}" dt="2018-04-20T10:20:28.027" v="33"/>
        <pc:sldMkLst>
          <pc:docMk/>
          <pc:sldMk cId="1253608524" sldId="418"/>
        </pc:sldMkLst>
      </pc:sldChg>
      <pc:sldChg chg="del">
        <pc:chgData name="Guest User" userId="" providerId="Windows Live" clId="Web-{66194723-B88C-44D9-B8D6-48D55C308C68}" dt="2018-04-20T10:20:29.418" v="34"/>
        <pc:sldMkLst>
          <pc:docMk/>
          <pc:sldMk cId="512816407" sldId="419"/>
        </pc:sldMkLst>
      </pc:sldChg>
      <pc:sldChg chg="del">
        <pc:chgData name="Guest User" userId="" providerId="Windows Live" clId="Web-{66194723-B88C-44D9-B8D6-48D55C308C68}" dt="2018-04-20T10:21:06.574" v="42"/>
        <pc:sldMkLst>
          <pc:docMk/>
          <pc:sldMk cId="2845133442" sldId="420"/>
        </pc:sldMkLst>
      </pc:sldChg>
      <pc:sldChg chg="add del">
        <pc:chgData name="Guest User" userId="" providerId="Windows Live" clId="Web-{66194723-B88C-44D9-B8D6-48D55C308C68}" dt="2018-04-20T10:20:51.965" v="39"/>
        <pc:sldMkLst>
          <pc:docMk/>
          <pc:sldMk cId="1210256745" sldId="426"/>
        </pc:sldMkLst>
      </pc:sldChg>
      <pc:sldChg chg="modSp new">
        <pc:chgData name="Guest User" userId="" providerId="Windows Live" clId="Web-{66194723-B88C-44D9-B8D6-48D55C308C68}" dt="2018-04-20T10:30:18.264" v="170"/>
        <pc:sldMkLst>
          <pc:docMk/>
          <pc:sldMk cId="2619011367" sldId="426"/>
        </pc:sldMkLst>
        <pc:spChg chg="mod">
          <ac:chgData name="Guest User" userId="" providerId="Windows Live" clId="Web-{66194723-B88C-44D9-B8D6-48D55C308C68}" dt="2018-04-20T10:28:09.529" v="50"/>
          <ac:spMkLst>
            <pc:docMk/>
            <pc:sldMk cId="2619011367" sldId="426"/>
            <ac:spMk id="2" creationId="{9D2203D7-0EC6-4418-BD8C-239A4D58E371}"/>
          </ac:spMkLst>
        </pc:spChg>
        <pc:spChg chg="mod">
          <ac:chgData name="Guest User" userId="" providerId="Windows Live" clId="Web-{66194723-B88C-44D9-B8D6-48D55C308C68}" dt="2018-04-20T10:30:18.264" v="170"/>
          <ac:spMkLst>
            <pc:docMk/>
            <pc:sldMk cId="2619011367" sldId="426"/>
            <ac:spMk id="3" creationId="{53FF0CAF-C4C7-4A6E-87EB-B252DB7C9970}"/>
          </ac:spMkLst>
        </pc:spChg>
      </pc:sldChg>
      <pc:sldChg chg="addSp delSp modSp new">
        <pc:chgData name="Guest User" userId="" providerId="Windows Live" clId="Web-{66194723-B88C-44D9-B8D6-48D55C308C68}" dt="2018-04-20T10:30:40.530" v="181"/>
        <pc:sldMkLst>
          <pc:docMk/>
          <pc:sldMk cId="1884580635" sldId="427"/>
        </pc:sldMkLst>
        <pc:spChg chg="mod">
          <ac:chgData name="Guest User" userId="" providerId="Windows Live" clId="Web-{66194723-B88C-44D9-B8D6-48D55C308C68}" dt="2018-04-20T10:30:34.780" v="177"/>
          <ac:spMkLst>
            <pc:docMk/>
            <pc:sldMk cId="1884580635" sldId="427"/>
            <ac:spMk id="2" creationId="{DB90633F-DF4F-4CF8-9BD2-89E9A3309438}"/>
          </ac:spMkLst>
        </pc:spChg>
        <pc:spChg chg="del">
          <ac:chgData name="Guest User" userId="" providerId="Windows Live" clId="Web-{66194723-B88C-44D9-B8D6-48D55C308C68}" dt="2018-04-20T10:30:35.905" v="179"/>
          <ac:spMkLst>
            <pc:docMk/>
            <pc:sldMk cId="1884580635" sldId="427"/>
            <ac:spMk id="3" creationId="{80C37FC3-63B7-4009-BC54-7DEB553783AA}"/>
          </ac:spMkLst>
        </pc:spChg>
        <pc:picChg chg="add mod ord">
          <ac:chgData name="Guest User" userId="" providerId="Windows Live" clId="Web-{66194723-B88C-44D9-B8D6-48D55C308C68}" dt="2018-04-20T10:30:40.530" v="181"/>
          <ac:picMkLst>
            <pc:docMk/>
            <pc:sldMk cId="1884580635" sldId="427"/>
            <ac:picMk id="4" creationId="{43A28286-BF5F-40DE-9421-7058CFC0F4B8}"/>
          </ac:picMkLst>
        </pc:picChg>
      </pc:sldChg>
      <pc:sldChg chg="del">
        <pc:chgData name="Guest User" userId="" providerId="Windows Live" clId="Web-{66194723-B88C-44D9-B8D6-48D55C308C68}" dt="2018-04-20T10:20:30.746" v="36"/>
        <pc:sldMkLst>
          <pc:docMk/>
          <pc:sldMk cId="2095207268" sldId="427"/>
        </pc:sldMkLst>
      </pc:sldChg>
      <pc:sldChg chg="del">
        <pc:chgData name="Guest User" userId="" providerId="Windows Live" clId="Web-{66194723-B88C-44D9-B8D6-48D55C308C68}" dt="2018-04-20T10:21:05.043" v="40"/>
        <pc:sldMkLst>
          <pc:docMk/>
          <pc:sldMk cId="1895533501" sldId="428"/>
        </pc:sldMkLst>
      </pc:sldChg>
      <pc:sldChg chg="modSp new ord">
        <pc:chgData name="Guest User" userId="" providerId="Windows Live" clId="Web-{66194723-B88C-44D9-B8D6-48D55C308C68}" dt="2018-04-20T10:31:57.374" v="248"/>
        <pc:sldMkLst>
          <pc:docMk/>
          <pc:sldMk cId="2301104757" sldId="428"/>
        </pc:sldMkLst>
        <pc:spChg chg="mod">
          <ac:chgData name="Guest User" userId="" providerId="Windows Live" clId="Web-{66194723-B88C-44D9-B8D6-48D55C308C68}" dt="2018-04-20T10:31:05.952" v="184"/>
          <ac:spMkLst>
            <pc:docMk/>
            <pc:sldMk cId="2301104757" sldId="428"/>
            <ac:spMk id="2" creationId="{A75F888D-11B2-4099-B5EF-B46639B26FAE}"/>
          </ac:spMkLst>
        </pc:spChg>
        <pc:spChg chg="mod">
          <ac:chgData name="Guest User" userId="" providerId="Windows Live" clId="Web-{66194723-B88C-44D9-B8D6-48D55C308C68}" dt="2018-04-20T10:31:57.374" v="248"/>
          <ac:spMkLst>
            <pc:docMk/>
            <pc:sldMk cId="2301104757" sldId="428"/>
            <ac:spMk id="3" creationId="{C65A9660-490A-4B22-8F0A-BB4013A49313}"/>
          </ac:spMkLst>
        </pc:spChg>
      </pc:sldChg>
      <pc:sldChg chg="modSp new">
        <pc:chgData name="Guest User" userId="" providerId="Windows Live" clId="Web-{66194723-B88C-44D9-B8D6-48D55C308C68}" dt="2018-04-20T10:37:41.313" v="404"/>
        <pc:sldMkLst>
          <pc:docMk/>
          <pc:sldMk cId="517298216" sldId="429"/>
        </pc:sldMkLst>
        <pc:spChg chg="mod">
          <ac:chgData name="Guest User" userId="" providerId="Windows Live" clId="Web-{66194723-B88C-44D9-B8D6-48D55C308C68}" dt="2018-04-20T10:35:12.890" v="277"/>
          <ac:spMkLst>
            <pc:docMk/>
            <pc:sldMk cId="517298216" sldId="429"/>
            <ac:spMk id="2" creationId="{B2A7E18E-7971-4408-BD2C-B3DB898E8CA8}"/>
          </ac:spMkLst>
        </pc:spChg>
        <pc:spChg chg="mod">
          <ac:chgData name="Guest User" userId="" providerId="Windows Live" clId="Web-{66194723-B88C-44D9-B8D6-48D55C308C68}" dt="2018-04-20T10:37:41.313" v="404"/>
          <ac:spMkLst>
            <pc:docMk/>
            <pc:sldMk cId="517298216" sldId="429"/>
            <ac:spMk id="3" creationId="{CB4A51B1-B30B-4E44-AF30-02BCC2E2E181}"/>
          </ac:spMkLst>
        </pc:spChg>
      </pc:sldChg>
      <pc:sldChg chg="del">
        <pc:chgData name="Guest User" userId="" providerId="Windows Live" clId="Web-{66194723-B88C-44D9-B8D6-48D55C308C68}" dt="2018-04-20T10:21:05.949" v="41"/>
        <pc:sldMkLst>
          <pc:docMk/>
          <pc:sldMk cId="4208852355" sldId="429"/>
        </pc:sldMkLst>
      </pc:sldChg>
      <pc:sldChg chg="modSp new">
        <pc:chgData name="Guest User" userId="" providerId="Windows Live" clId="Web-{66194723-B88C-44D9-B8D6-48D55C308C68}" dt="2018-04-20T10:53:46.864" v="456"/>
        <pc:sldMkLst>
          <pc:docMk/>
          <pc:sldMk cId="2029409633" sldId="430"/>
        </pc:sldMkLst>
        <pc:spChg chg="mod">
          <ac:chgData name="Guest User" userId="" providerId="Windows Live" clId="Web-{66194723-B88C-44D9-B8D6-48D55C308C68}" dt="2018-04-20T10:37:56.250" v="411"/>
          <ac:spMkLst>
            <pc:docMk/>
            <pc:sldMk cId="2029409633" sldId="430"/>
            <ac:spMk id="2" creationId="{2522661C-D354-4421-A178-C5FCC2D9CD6D}"/>
          </ac:spMkLst>
        </pc:spChg>
        <pc:spChg chg="mod">
          <ac:chgData name="Guest User" userId="" providerId="Windows Live" clId="Web-{66194723-B88C-44D9-B8D6-48D55C308C68}" dt="2018-04-20T10:53:46.864" v="456"/>
          <ac:spMkLst>
            <pc:docMk/>
            <pc:sldMk cId="2029409633" sldId="430"/>
            <ac:spMk id="3" creationId="{D56871ED-E5AE-47BD-A84D-638D2DBB2320}"/>
          </ac:spMkLst>
        </pc:spChg>
      </pc:sldChg>
      <pc:sldChg chg="del">
        <pc:chgData name="Guest User" userId="" providerId="Windows Live" clId="Web-{66194723-B88C-44D9-B8D6-48D55C308C68}" dt="2018-04-20T10:20:30.137" v="35"/>
        <pc:sldMkLst>
          <pc:docMk/>
          <pc:sldMk cId="2100195070" sldId="430"/>
        </pc:sldMkLst>
      </pc:sldChg>
      <pc:sldChg chg="del">
        <pc:chgData name="Guest User" userId="" providerId="Windows Live" clId="Web-{66194723-B88C-44D9-B8D6-48D55C308C68}" dt="2018-04-20T10:20:03.699" v="9"/>
        <pc:sldMkLst>
          <pc:docMk/>
          <pc:sldMk cId="2894191543" sldId="436"/>
        </pc:sldMkLst>
      </pc:sldChg>
      <pc:sldChg chg="del">
        <pc:chgData name="Guest User" userId="" providerId="Windows Live" clId="Web-{66194723-B88C-44D9-B8D6-48D55C308C68}" dt="2018-04-20T10:20:02.137" v="8"/>
        <pc:sldMkLst>
          <pc:docMk/>
          <pc:sldMk cId="2585463554" sldId="437"/>
        </pc:sldMkLst>
      </pc:sldChg>
      <pc:sldChg chg="del">
        <pc:chgData name="Guest User" userId="" providerId="Windows Live" clId="Web-{66194723-B88C-44D9-B8D6-48D55C308C68}" dt="2018-04-20T10:20:04.762" v="10"/>
        <pc:sldMkLst>
          <pc:docMk/>
          <pc:sldMk cId="3272727918" sldId="438"/>
        </pc:sldMkLst>
      </pc:sldChg>
    </pc:docChg>
  </pc:docChgLst>
  <pc:docChgLst>
    <pc:chgData name="Daniel Moniry-Abyaneh" userId="609528b46dd255ef" providerId="Windows Live" clId="Web-{7EA37315-DEC8-48CA-BB93-4F23B15D1812}"/>
    <pc:docChg chg="delSld">
      <pc:chgData name="Daniel Moniry-Abyaneh" userId="609528b46dd255ef" providerId="Windows Live" clId="Web-{7EA37315-DEC8-48CA-BB93-4F23B15D1812}" dt="2018-04-27T14:38:50.865" v="33"/>
      <pc:docMkLst>
        <pc:docMk/>
      </pc:docMkLst>
      <pc:sldChg chg="del">
        <pc:chgData name="Daniel Moniry-Abyaneh" userId="609528b46dd255ef" providerId="Windows Live" clId="Web-{7EA37315-DEC8-48CA-BB93-4F23B15D1812}" dt="2018-04-27T14:38:48.990" v="32"/>
        <pc:sldMkLst>
          <pc:docMk/>
          <pc:sldMk cId="832713360" sldId="412"/>
        </pc:sldMkLst>
      </pc:sldChg>
      <pc:sldChg chg="del">
        <pc:chgData name="Daniel Moniry-Abyaneh" userId="609528b46dd255ef" providerId="Windows Live" clId="Web-{7EA37315-DEC8-48CA-BB93-4F23B15D1812}" dt="2018-04-27T14:38:48.990" v="31"/>
        <pc:sldMkLst>
          <pc:docMk/>
          <pc:sldMk cId="832204784" sldId="413"/>
        </pc:sldMkLst>
      </pc:sldChg>
      <pc:sldChg chg="del">
        <pc:chgData name="Daniel Moniry-Abyaneh" userId="609528b46dd255ef" providerId="Windows Live" clId="Web-{7EA37315-DEC8-48CA-BB93-4F23B15D1812}" dt="2018-04-27T14:38:50.865" v="33"/>
        <pc:sldMkLst>
          <pc:docMk/>
          <pc:sldMk cId="4273989101" sldId="421"/>
        </pc:sldMkLst>
      </pc:sldChg>
      <pc:sldChg chg="del">
        <pc:chgData name="Daniel Moniry-Abyaneh" userId="609528b46dd255ef" providerId="Windows Live" clId="Web-{7EA37315-DEC8-48CA-BB93-4F23B15D1812}" dt="2018-04-27T14:38:36.053" v="3"/>
        <pc:sldMkLst>
          <pc:docMk/>
          <pc:sldMk cId="3908700609" sldId="422"/>
        </pc:sldMkLst>
      </pc:sldChg>
      <pc:sldChg chg="del">
        <pc:chgData name="Daniel Moniry-Abyaneh" userId="609528b46dd255ef" providerId="Windows Live" clId="Web-{7EA37315-DEC8-48CA-BB93-4F23B15D1812}" dt="2018-04-27T14:38:31.428" v="0"/>
        <pc:sldMkLst>
          <pc:docMk/>
          <pc:sldMk cId="2692595391" sldId="423"/>
        </pc:sldMkLst>
      </pc:sldChg>
      <pc:sldChg chg="del">
        <pc:chgData name="Daniel Moniry-Abyaneh" userId="609528b46dd255ef" providerId="Windows Live" clId="Web-{7EA37315-DEC8-48CA-BB93-4F23B15D1812}" dt="2018-04-27T14:38:32.600" v="1"/>
        <pc:sldMkLst>
          <pc:docMk/>
          <pc:sldMk cId="4108229478" sldId="424"/>
        </pc:sldMkLst>
      </pc:sldChg>
      <pc:sldChg chg="del">
        <pc:chgData name="Daniel Moniry-Abyaneh" userId="609528b46dd255ef" providerId="Windows Live" clId="Web-{7EA37315-DEC8-48CA-BB93-4F23B15D1812}" dt="2018-04-27T14:38:33.694" v="2"/>
        <pc:sldMkLst>
          <pc:docMk/>
          <pc:sldMk cId="3303571628" sldId="425"/>
        </pc:sldMkLst>
      </pc:sldChg>
      <pc:sldChg chg="del">
        <pc:chgData name="Daniel Moniry-Abyaneh" userId="609528b46dd255ef" providerId="Windows Live" clId="Web-{7EA37315-DEC8-48CA-BB93-4F23B15D1812}" dt="2018-04-27T14:38:48.990" v="30"/>
        <pc:sldMkLst>
          <pc:docMk/>
          <pc:sldMk cId="2619011367" sldId="426"/>
        </pc:sldMkLst>
      </pc:sldChg>
      <pc:sldChg chg="del">
        <pc:chgData name="Daniel Moniry-Abyaneh" userId="609528b46dd255ef" providerId="Windows Live" clId="Web-{7EA37315-DEC8-48CA-BB93-4F23B15D1812}" dt="2018-04-27T14:38:48.990" v="28"/>
        <pc:sldMkLst>
          <pc:docMk/>
          <pc:sldMk cId="1884580635" sldId="427"/>
        </pc:sldMkLst>
      </pc:sldChg>
      <pc:sldChg chg="del">
        <pc:chgData name="Daniel Moniry-Abyaneh" userId="609528b46dd255ef" providerId="Windows Live" clId="Web-{7EA37315-DEC8-48CA-BB93-4F23B15D1812}" dt="2018-04-27T14:38:48.990" v="29"/>
        <pc:sldMkLst>
          <pc:docMk/>
          <pc:sldMk cId="2301104757" sldId="428"/>
        </pc:sldMkLst>
      </pc:sldChg>
      <pc:sldChg chg="del">
        <pc:chgData name="Daniel Moniry-Abyaneh" userId="609528b46dd255ef" providerId="Windows Live" clId="Web-{7EA37315-DEC8-48CA-BB93-4F23B15D1812}" dt="2018-04-27T14:38:48.990" v="27"/>
        <pc:sldMkLst>
          <pc:docMk/>
          <pc:sldMk cId="517298216" sldId="429"/>
        </pc:sldMkLst>
      </pc:sldChg>
      <pc:sldChg chg="del">
        <pc:chgData name="Daniel Moniry-Abyaneh" userId="609528b46dd255ef" providerId="Windows Live" clId="Web-{7EA37315-DEC8-48CA-BB93-4F23B15D1812}" dt="2018-04-27T14:38:48.990" v="26"/>
        <pc:sldMkLst>
          <pc:docMk/>
          <pc:sldMk cId="2029409633" sldId="430"/>
        </pc:sldMkLst>
      </pc:sldChg>
      <pc:sldChg chg="del">
        <pc:chgData name="Daniel Moniry-Abyaneh" userId="609528b46dd255ef" providerId="Windows Live" clId="Web-{7EA37315-DEC8-48CA-BB93-4F23B15D1812}" dt="2018-04-27T14:38:48.990" v="25"/>
        <pc:sldMkLst>
          <pc:docMk/>
          <pc:sldMk cId="3344517782" sldId="431"/>
        </pc:sldMkLst>
      </pc:sldChg>
      <pc:sldChg chg="del">
        <pc:chgData name="Daniel Moniry-Abyaneh" userId="609528b46dd255ef" providerId="Windows Live" clId="Web-{7EA37315-DEC8-48CA-BB93-4F23B15D1812}" dt="2018-04-27T14:38:48.990" v="24"/>
        <pc:sldMkLst>
          <pc:docMk/>
          <pc:sldMk cId="3483849944" sldId="432"/>
        </pc:sldMkLst>
      </pc:sldChg>
      <pc:sldChg chg="del">
        <pc:chgData name="Daniel Moniry-Abyaneh" userId="609528b46dd255ef" providerId="Windows Live" clId="Web-{7EA37315-DEC8-48CA-BB93-4F23B15D1812}" dt="2018-04-27T14:38:48.990" v="23"/>
        <pc:sldMkLst>
          <pc:docMk/>
          <pc:sldMk cId="2004974167" sldId="433"/>
        </pc:sldMkLst>
      </pc:sldChg>
      <pc:sldChg chg="del">
        <pc:chgData name="Daniel Moniry-Abyaneh" userId="609528b46dd255ef" providerId="Windows Live" clId="Web-{7EA37315-DEC8-48CA-BB93-4F23B15D1812}" dt="2018-04-27T14:38:48.990" v="22"/>
        <pc:sldMkLst>
          <pc:docMk/>
          <pc:sldMk cId="1170812802" sldId="434"/>
        </pc:sldMkLst>
      </pc:sldChg>
      <pc:sldChg chg="del">
        <pc:chgData name="Daniel Moniry-Abyaneh" userId="609528b46dd255ef" providerId="Windows Live" clId="Web-{7EA37315-DEC8-48CA-BB93-4F23B15D1812}" dt="2018-04-27T14:38:48.990" v="21"/>
        <pc:sldMkLst>
          <pc:docMk/>
          <pc:sldMk cId="57364231" sldId="435"/>
        </pc:sldMkLst>
      </pc:sldChg>
      <pc:sldChg chg="del">
        <pc:chgData name="Daniel Moniry-Abyaneh" userId="609528b46dd255ef" providerId="Windows Live" clId="Web-{7EA37315-DEC8-48CA-BB93-4F23B15D1812}" dt="2018-04-27T14:38:48.990" v="18"/>
        <pc:sldMkLst>
          <pc:docMk/>
          <pc:sldMk cId="1569760505" sldId="436"/>
        </pc:sldMkLst>
      </pc:sldChg>
      <pc:sldChg chg="del">
        <pc:chgData name="Daniel Moniry-Abyaneh" userId="609528b46dd255ef" providerId="Windows Live" clId="Web-{7EA37315-DEC8-48CA-BB93-4F23B15D1812}" dt="2018-04-27T14:38:48.990" v="14"/>
        <pc:sldMkLst>
          <pc:docMk/>
          <pc:sldMk cId="1335956643" sldId="437"/>
        </pc:sldMkLst>
      </pc:sldChg>
      <pc:sldChg chg="del">
        <pc:chgData name="Daniel Moniry-Abyaneh" userId="609528b46dd255ef" providerId="Windows Live" clId="Web-{7EA37315-DEC8-48CA-BB93-4F23B15D1812}" dt="2018-04-27T14:38:48.975" v="8"/>
        <pc:sldMkLst>
          <pc:docMk/>
          <pc:sldMk cId="9688355" sldId="438"/>
        </pc:sldMkLst>
      </pc:sldChg>
      <pc:sldChg chg="del">
        <pc:chgData name="Daniel Moniry-Abyaneh" userId="609528b46dd255ef" providerId="Windows Live" clId="Web-{7EA37315-DEC8-48CA-BB93-4F23B15D1812}" dt="2018-04-27T14:38:48.975" v="4"/>
        <pc:sldMkLst>
          <pc:docMk/>
          <pc:sldMk cId="2621922519" sldId="439"/>
        </pc:sldMkLst>
      </pc:sldChg>
      <pc:sldChg chg="del">
        <pc:chgData name="Daniel Moniry-Abyaneh" userId="609528b46dd255ef" providerId="Windows Live" clId="Web-{7EA37315-DEC8-48CA-BB93-4F23B15D1812}" dt="2018-04-27T14:38:48.990" v="13"/>
        <pc:sldMkLst>
          <pc:docMk/>
          <pc:sldMk cId="4173789030" sldId="440"/>
        </pc:sldMkLst>
      </pc:sldChg>
      <pc:sldChg chg="del">
        <pc:chgData name="Daniel Moniry-Abyaneh" userId="609528b46dd255ef" providerId="Windows Live" clId="Web-{7EA37315-DEC8-48CA-BB93-4F23B15D1812}" dt="2018-04-27T14:38:48.990" v="20"/>
        <pc:sldMkLst>
          <pc:docMk/>
          <pc:sldMk cId="2779786134" sldId="441"/>
        </pc:sldMkLst>
      </pc:sldChg>
      <pc:sldChg chg="del">
        <pc:chgData name="Daniel Moniry-Abyaneh" userId="609528b46dd255ef" providerId="Windows Live" clId="Web-{7EA37315-DEC8-48CA-BB93-4F23B15D1812}" dt="2018-04-27T14:38:48.990" v="17"/>
        <pc:sldMkLst>
          <pc:docMk/>
          <pc:sldMk cId="4253665223" sldId="442"/>
        </pc:sldMkLst>
      </pc:sldChg>
      <pc:sldChg chg="del">
        <pc:chgData name="Daniel Moniry-Abyaneh" userId="609528b46dd255ef" providerId="Windows Live" clId="Web-{7EA37315-DEC8-48CA-BB93-4F23B15D1812}" dt="2018-04-27T14:38:48.990" v="12"/>
        <pc:sldMkLst>
          <pc:docMk/>
          <pc:sldMk cId="1104929109" sldId="443"/>
        </pc:sldMkLst>
      </pc:sldChg>
      <pc:sldChg chg="del">
        <pc:chgData name="Daniel Moniry-Abyaneh" userId="609528b46dd255ef" providerId="Windows Live" clId="Web-{7EA37315-DEC8-48CA-BB93-4F23B15D1812}" dt="2018-04-27T14:38:48.975" v="11"/>
        <pc:sldMkLst>
          <pc:docMk/>
          <pc:sldMk cId="4274361644" sldId="444"/>
        </pc:sldMkLst>
      </pc:sldChg>
      <pc:sldChg chg="del">
        <pc:chgData name="Daniel Moniry-Abyaneh" userId="609528b46dd255ef" providerId="Windows Live" clId="Web-{7EA37315-DEC8-48CA-BB93-4F23B15D1812}" dt="2018-04-27T14:38:48.975" v="10"/>
        <pc:sldMkLst>
          <pc:docMk/>
          <pc:sldMk cId="2399658117" sldId="445"/>
        </pc:sldMkLst>
      </pc:sldChg>
      <pc:sldChg chg="del">
        <pc:chgData name="Daniel Moniry-Abyaneh" userId="609528b46dd255ef" providerId="Windows Live" clId="Web-{7EA37315-DEC8-48CA-BB93-4F23B15D1812}" dt="2018-04-27T14:38:48.975" v="9"/>
        <pc:sldMkLst>
          <pc:docMk/>
          <pc:sldMk cId="1994264054" sldId="446"/>
        </pc:sldMkLst>
      </pc:sldChg>
      <pc:sldChg chg="del">
        <pc:chgData name="Daniel Moniry-Abyaneh" userId="609528b46dd255ef" providerId="Windows Live" clId="Web-{7EA37315-DEC8-48CA-BB93-4F23B15D1812}" dt="2018-04-27T14:38:48.990" v="16"/>
        <pc:sldMkLst>
          <pc:docMk/>
          <pc:sldMk cId="4011760754" sldId="447"/>
        </pc:sldMkLst>
      </pc:sldChg>
      <pc:sldChg chg="del">
        <pc:chgData name="Daniel Moniry-Abyaneh" userId="609528b46dd255ef" providerId="Windows Live" clId="Web-{7EA37315-DEC8-48CA-BB93-4F23B15D1812}" dt="2018-04-27T14:38:48.990" v="15"/>
        <pc:sldMkLst>
          <pc:docMk/>
          <pc:sldMk cId="3927942249" sldId="448"/>
        </pc:sldMkLst>
      </pc:sldChg>
      <pc:sldChg chg="del">
        <pc:chgData name="Daniel Moniry-Abyaneh" userId="609528b46dd255ef" providerId="Windows Live" clId="Web-{7EA37315-DEC8-48CA-BB93-4F23B15D1812}" dt="2018-04-27T14:38:48.975" v="7"/>
        <pc:sldMkLst>
          <pc:docMk/>
          <pc:sldMk cId="1381021960" sldId="449"/>
        </pc:sldMkLst>
      </pc:sldChg>
      <pc:sldChg chg="del">
        <pc:chgData name="Daniel Moniry-Abyaneh" userId="609528b46dd255ef" providerId="Windows Live" clId="Web-{7EA37315-DEC8-48CA-BB93-4F23B15D1812}" dt="2018-04-27T14:38:48.990" v="19"/>
        <pc:sldMkLst>
          <pc:docMk/>
          <pc:sldMk cId="142945574" sldId="450"/>
        </pc:sldMkLst>
      </pc:sldChg>
      <pc:sldChg chg="del">
        <pc:chgData name="Daniel Moniry-Abyaneh" userId="609528b46dd255ef" providerId="Windows Live" clId="Web-{7EA37315-DEC8-48CA-BB93-4F23B15D1812}" dt="2018-04-27T14:38:48.975" v="6"/>
        <pc:sldMkLst>
          <pc:docMk/>
          <pc:sldMk cId="820832984" sldId="451"/>
        </pc:sldMkLst>
      </pc:sldChg>
      <pc:sldChg chg="del">
        <pc:chgData name="Daniel Moniry-Abyaneh" userId="609528b46dd255ef" providerId="Windows Live" clId="Web-{7EA37315-DEC8-48CA-BB93-4F23B15D1812}" dt="2018-04-27T14:38:48.975" v="5"/>
        <pc:sldMkLst>
          <pc:docMk/>
          <pc:sldMk cId="3249716837" sldId="452"/>
        </pc:sldMkLst>
      </pc:sldChg>
    </pc:docChg>
  </pc:docChgLst>
  <pc:docChgLst>
    <pc:chgData name="Ciubotariu Florin-Constantin" userId="1a9f14f2b927e270" providerId="Windows Live" clId="Web-{246C2DE0-7E94-41EB-B497-52F56BD9D20D}"/>
    <pc:docChg chg="addSld modSld">
      <pc:chgData name="Ciubotariu Florin-Constantin" userId="1a9f14f2b927e270" providerId="Windows Live" clId="Web-{246C2DE0-7E94-41EB-B497-52F56BD9D20D}" dt="2018-04-27T15:42:56.107" v="72"/>
      <pc:docMkLst>
        <pc:docMk/>
      </pc:docMkLst>
      <pc:sldChg chg="modSp new">
        <pc:chgData name="Ciubotariu Florin-Constantin" userId="1a9f14f2b927e270" providerId="Windows Live" clId="Web-{246C2DE0-7E94-41EB-B497-52F56BD9D20D}" dt="2018-04-27T15:42:56.107" v="71"/>
        <pc:sldMkLst>
          <pc:docMk/>
          <pc:sldMk cId="1960588589" sldId="316"/>
        </pc:sldMkLst>
        <pc:spChg chg="mod">
          <ac:chgData name="Ciubotariu Florin-Constantin" userId="1a9f14f2b927e270" providerId="Windows Live" clId="Web-{246C2DE0-7E94-41EB-B497-52F56BD9D20D}" dt="2018-04-27T15:27:14.081" v="13"/>
          <ac:spMkLst>
            <pc:docMk/>
            <pc:sldMk cId="1960588589" sldId="316"/>
            <ac:spMk id="2" creationId="{E403220C-8AB0-40BF-BA6E-A8531A919B06}"/>
          </ac:spMkLst>
        </pc:spChg>
        <pc:spChg chg="mod">
          <ac:chgData name="Ciubotariu Florin-Constantin" userId="1a9f14f2b927e270" providerId="Windows Live" clId="Web-{246C2DE0-7E94-41EB-B497-52F56BD9D20D}" dt="2018-04-27T15:42:56.107" v="71"/>
          <ac:spMkLst>
            <pc:docMk/>
            <pc:sldMk cId="1960588589" sldId="316"/>
            <ac:spMk id="3" creationId="{4F88A217-9886-4DC9-86C3-556AAF4AC628}"/>
          </ac:spMkLst>
        </pc:spChg>
      </pc:sldChg>
    </pc:docChg>
  </pc:docChgLst>
  <pc:docChgLst>
    <pc:chgData name="Ciubotariu Florin-Constantin" userId="1a9f14f2b927e270" providerId="Windows Live" clId="Web-{951DAE1E-824A-4871-A203-833F53670B1B}"/>
    <pc:docChg chg="addSld modSld">
      <pc:chgData name="Ciubotariu Florin-Constantin" userId="1a9f14f2b927e270" providerId="Windows Live" clId="Web-{951DAE1E-824A-4871-A203-833F53670B1B}" dt="2018-04-27T16:45:43.058" v="231"/>
      <pc:docMkLst>
        <pc:docMk/>
      </pc:docMkLst>
      <pc:sldChg chg="modSp">
        <pc:chgData name="Ciubotariu Florin-Constantin" userId="1a9f14f2b927e270" providerId="Windows Live" clId="Web-{951DAE1E-824A-4871-A203-833F53670B1B}" dt="2018-04-27T16:19:26.341" v="18"/>
        <pc:sldMkLst>
          <pc:docMk/>
          <pc:sldMk cId="2700814572" sldId="309"/>
        </pc:sldMkLst>
        <pc:spChg chg="mod">
          <ac:chgData name="Ciubotariu Florin-Constantin" userId="1a9f14f2b927e270" providerId="Windows Live" clId="Web-{951DAE1E-824A-4871-A203-833F53670B1B}" dt="2018-04-27T16:19:26.341" v="18"/>
          <ac:spMkLst>
            <pc:docMk/>
            <pc:sldMk cId="2700814572" sldId="309"/>
            <ac:spMk id="3" creationId="{00000000-0000-0000-0000-000000000000}"/>
          </ac:spMkLst>
        </pc:spChg>
      </pc:sldChg>
      <pc:sldChg chg="modSp new">
        <pc:chgData name="Ciubotariu Florin-Constantin" userId="1a9f14f2b927e270" providerId="Windows Live" clId="Web-{951DAE1E-824A-4871-A203-833F53670B1B}" dt="2018-04-27T16:40:16.103" v="41"/>
        <pc:sldMkLst>
          <pc:docMk/>
          <pc:sldMk cId="1104344011" sldId="327"/>
        </pc:sldMkLst>
        <pc:spChg chg="mod">
          <ac:chgData name="Ciubotariu Florin-Constantin" userId="1a9f14f2b927e270" providerId="Windows Live" clId="Web-{951DAE1E-824A-4871-A203-833F53670B1B}" dt="2018-04-27T16:40:14.134" v="38"/>
          <ac:spMkLst>
            <pc:docMk/>
            <pc:sldMk cId="1104344011" sldId="327"/>
            <ac:spMk id="2" creationId="{E21F66C0-A639-4FE7-87F4-F94604CBCC35}"/>
          </ac:spMkLst>
        </pc:spChg>
        <pc:spChg chg="mod">
          <ac:chgData name="Ciubotariu Florin-Constantin" userId="1a9f14f2b927e270" providerId="Windows Live" clId="Web-{951DAE1E-824A-4871-A203-833F53670B1B}" dt="2018-04-27T16:40:16.103" v="41"/>
          <ac:spMkLst>
            <pc:docMk/>
            <pc:sldMk cId="1104344011" sldId="327"/>
            <ac:spMk id="3" creationId="{F7623DC9-B3BE-4F6B-9AF1-3A71BC85E165}"/>
          </ac:spMkLst>
        </pc:spChg>
      </pc:sldChg>
      <pc:sldChg chg="modSp add replId">
        <pc:chgData name="Ciubotariu Florin-Constantin" userId="1a9f14f2b927e270" providerId="Windows Live" clId="Web-{951DAE1E-824A-4871-A203-833F53670B1B}" dt="2018-04-27T16:40:33.478" v="61"/>
        <pc:sldMkLst>
          <pc:docMk/>
          <pc:sldMk cId="1355780941" sldId="328"/>
        </pc:sldMkLst>
        <pc:spChg chg="mod">
          <ac:chgData name="Ciubotariu Florin-Constantin" userId="1a9f14f2b927e270" providerId="Windows Live" clId="Web-{951DAE1E-824A-4871-A203-833F53670B1B}" dt="2018-04-27T16:40:33.478" v="61"/>
          <ac:spMkLst>
            <pc:docMk/>
            <pc:sldMk cId="1355780941" sldId="328"/>
            <ac:spMk id="2" creationId="{E21F66C0-A639-4FE7-87F4-F94604CBCC35}"/>
          </ac:spMkLst>
        </pc:spChg>
      </pc:sldChg>
      <pc:sldChg chg="modSp new">
        <pc:chgData name="Ciubotariu Florin-Constantin" userId="1a9f14f2b927e270" providerId="Windows Live" clId="Web-{951DAE1E-824A-4871-A203-833F53670B1B}" dt="2018-04-27T16:41:20.931" v="106"/>
        <pc:sldMkLst>
          <pc:docMk/>
          <pc:sldMk cId="763612377" sldId="329"/>
        </pc:sldMkLst>
        <pc:spChg chg="mod">
          <ac:chgData name="Ciubotariu Florin-Constantin" userId="1a9f14f2b927e270" providerId="Windows Live" clId="Web-{951DAE1E-824A-4871-A203-833F53670B1B}" dt="2018-04-27T16:40:53.244" v="71"/>
          <ac:spMkLst>
            <pc:docMk/>
            <pc:sldMk cId="763612377" sldId="329"/>
            <ac:spMk id="2" creationId="{7A234074-38C4-4A30-A148-3C956B1EE89E}"/>
          </ac:spMkLst>
        </pc:spChg>
        <pc:spChg chg="mod">
          <ac:chgData name="Ciubotariu Florin-Constantin" userId="1a9f14f2b927e270" providerId="Windows Live" clId="Web-{951DAE1E-824A-4871-A203-833F53670B1B}" dt="2018-04-27T16:41:20.931" v="106"/>
          <ac:spMkLst>
            <pc:docMk/>
            <pc:sldMk cId="763612377" sldId="329"/>
            <ac:spMk id="3" creationId="{A4879FAB-198E-4285-A96A-37F9C028CB04}"/>
          </ac:spMkLst>
        </pc:spChg>
      </pc:sldChg>
      <pc:sldChg chg="modSp new">
        <pc:chgData name="Ciubotariu Florin-Constantin" userId="1a9f14f2b927e270" providerId="Windows Live" clId="Web-{951DAE1E-824A-4871-A203-833F53670B1B}" dt="2018-04-27T16:42:16.213" v="170"/>
        <pc:sldMkLst>
          <pc:docMk/>
          <pc:sldMk cId="3061510707" sldId="330"/>
        </pc:sldMkLst>
        <pc:spChg chg="mod">
          <ac:chgData name="Ciubotariu Florin-Constantin" userId="1a9f14f2b927e270" providerId="Windows Live" clId="Web-{951DAE1E-824A-4871-A203-833F53670B1B}" dt="2018-04-27T16:41:47.572" v="125"/>
          <ac:spMkLst>
            <pc:docMk/>
            <pc:sldMk cId="3061510707" sldId="330"/>
            <ac:spMk id="2" creationId="{5ACAC56F-B779-4F01-8006-09C84E8374C7}"/>
          </ac:spMkLst>
        </pc:spChg>
        <pc:spChg chg="mod">
          <ac:chgData name="Ciubotariu Florin-Constantin" userId="1a9f14f2b927e270" providerId="Windows Live" clId="Web-{951DAE1E-824A-4871-A203-833F53670B1B}" dt="2018-04-27T16:42:16.213" v="170"/>
          <ac:spMkLst>
            <pc:docMk/>
            <pc:sldMk cId="3061510707" sldId="330"/>
            <ac:spMk id="3" creationId="{F9BE3BD4-47C4-4A9E-A52A-488C3ADA72B4}"/>
          </ac:spMkLst>
        </pc:spChg>
      </pc:sldChg>
      <pc:sldChg chg="modSp new">
        <pc:chgData name="Ciubotariu Florin-Constantin" userId="1a9f14f2b927e270" providerId="Windows Live" clId="Web-{951DAE1E-824A-4871-A203-833F53670B1B}" dt="2018-04-27T16:45:32.558" v="223"/>
        <pc:sldMkLst>
          <pc:docMk/>
          <pc:sldMk cId="693074965" sldId="331"/>
        </pc:sldMkLst>
        <pc:spChg chg="mod">
          <ac:chgData name="Ciubotariu Florin-Constantin" userId="1a9f14f2b927e270" providerId="Windows Live" clId="Web-{951DAE1E-824A-4871-A203-833F53670B1B}" dt="2018-04-27T16:42:58.557" v="192"/>
          <ac:spMkLst>
            <pc:docMk/>
            <pc:sldMk cId="693074965" sldId="331"/>
            <ac:spMk id="2" creationId="{C642D65A-BF57-4F9D-B815-26222CC35A10}"/>
          </ac:spMkLst>
        </pc:spChg>
        <pc:spChg chg="mod">
          <ac:chgData name="Ciubotariu Florin-Constantin" userId="1a9f14f2b927e270" providerId="Windows Live" clId="Web-{951DAE1E-824A-4871-A203-833F53670B1B}" dt="2018-04-27T16:45:32.558" v="223"/>
          <ac:spMkLst>
            <pc:docMk/>
            <pc:sldMk cId="693074965" sldId="331"/>
            <ac:spMk id="3" creationId="{977B5D35-39C6-4DE4-A629-2E180111813D}"/>
          </ac:spMkLst>
        </pc:spChg>
      </pc:sldChg>
      <pc:sldChg chg="modSp new">
        <pc:chgData name="Ciubotariu Florin-Constantin" userId="1a9f14f2b927e270" providerId="Windows Live" clId="Web-{951DAE1E-824A-4871-A203-833F53670B1B}" dt="2018-04-27T16:45:43.058" v="230"/>
        <pc:sldMkLst>
          <pc:docMk/>
          <pc:sldMk cId="94518155" sldId="332"/>
        </pc:sldMkLst>
        <pc:spChg chg="mod">
          <ac:chgData name="Ciubotariu Florin-Constantin" userId="1a9f14f2b927e270" providerId="Windows Live" clId="Web-{951DAE1E-824A-4871-A203-833F53670B1B}" dt="2018-04-27T16:45:41.527" v="226"/>
          <ac:spMkLst>
            <pc:docMk/>
            <pc:sldMk cId="94518155" sldId="332"/>
            <ac:spMk id="2" creationId="{02B138C3-DA15-4D99-A0C5-067D01F0ADFB}"/>
          </ac:spMkLst>
        </pc:spChg>
        <pc:spChg chg="mod">
          <ac:chgData name="Ciubotariu Florin-Constantin" userId="1a9f14f2b927e270" providerId="Windows Live" clId="Web-{951DAE1E-824A-4871-A203-833F53670B1B}" dt="2018-04-27T16:45:43.058" v="230"/>
          <ac:spMkLst>
            <pc:docMk/>
            <pc:sldMk cId="94518155" sldId="332"/>
            <ac:spMk id="3" creationId="{DBF835E0-706D-46C7-8732-C9EE0854D4A2}"/>
          </ac:spMkLst>
        </pc:spChg>
      </pc:sldChg>
    </pc:docChg>
  </pc:docChgLst>
  <pc:docChgLst>
    <pc:chgData name="Daniel Moniry-Abyaneh" userId="609528b46dd255ef" providerId="Windows Live" clId="Web-{553772D0-60E4-4065-9DDA-980A13F83C74}"/>
    <pc:docChg chg="addSld modSld sldOrd">
      <pc:chgData name="Daniel Moniry-Abyaneh" userId="609528b46dd255ef" providerId="Windows Live" clId="Web-{553772D0-60E4-4065-9DDA-980A13F83C74}" dt="2018-03-07T14:00:05.791" v="84"/>
      <pc:docMkLst>
        <pc:docMk/>
      </pc:docMkLst>
    </pc:docChg>
  </pc:docChgLst>
  <pc:docChgLst>
    <pc:chgData name="Guest User" providerId="Windows Live" clId="Web-{CE23E4F8-B810-4138-B6A2-A0E77B5A26ED}"/>
    <pc:docChg chg="addSld modSld">
      <pc:chgData name="Guest User" userId="" providerId="Windows Live" clId="Web-{CE23E4F8-B810-4138-B6A2-A0E77B5A26ED}" dt="2018-04-20T16:04:54.760" v="1987"/>
      <pc:docMkLst>
        <pc:docMk/>
      </pc:docMkLst>
      <pc:sldChg chg="modSp new">
        <pc:chgData name="Guest User" userId="" providerId="Windows Live" clId="Web-{CE23E4F8-B810-4138-B6A2-A0E77B5A26ED}" dt="2018-04-20T15:30:46.994" v="31"/>
        <pc:sldMkLst>
          <pc:docMk/>
          <pc:sldMk cId="1569760505" sldId="436"/>
        </pc:sldMkLst>
        <pc:spChg chg="mod">
          <ac:chgData name="Guest User" userId="" providerId="Windows Live" clId="Web-{CE23E4F8-B810-4138-B6A2-A0E77B5A26ED}" dt="2018-04-20T15:30:46.994" v="31"/>
          <ac:spMkLst>
            <pc:docMk/>
            <pc:sldMk cId="1569760505" sldId="436"/>
            <ac:spMk id="2" creationId="{499B430E-D7E4-41E1-80EF-19EA152C344F}"/>
          </ac:spMkLst>
        </pc:spChg>
      </pc:sldChg>
      <pc:sldChg chg="modSp new">
        <pc:chgData name="Guest User" userId="" providerId="Windows Live" clId="Web-{CE23E4F8-B810-4138-B6A2-A0E77B5A26ED}" dt="2018-04-20T15:40:54.314" v="65"/>
        <pc:sldMkLst>
          <pc:docMk/>
          <pc:sldMk cId="1335956643" sldId="437"/>
        </pc:sldMkLst>
        <pc:spChg chg="mod">
          <ac:chgData name="Guest User" userId="" providerId="Windows Live" clId="Web-{CE23E4F8-B810-4138-B6A2-A0E77B5A26ED}" dt="2018-04-20T15:30:57.291" v="37"/>
          <ac:spMkLst>
            <pc:docMk/>
            <pc:sldMk cId="1335956643" sldId="437"/>
            <ac:spMk id="2" creationId="{0E52F2BE-17D6-46FA-A585-7B5B3E7DBD52}"/>
          </ac:spMkLst>
        </pc:spChg>
        <pc:spChg chg="mod">
          <ac:chgData name="Guest User" userId="" providerId="Windows Live" clId="Web-{CE23E4F8-B810-4138-B6A2-A0E77B5A26ED}" dt="2018-04-20T15:40:54.314" v="65"/>
          <ac:spMkLst>
            <pc:docMk/>
            <pc:sldMk cId="1335956643" sldId="437"/>
            <ac:spMk id="3" creationId="{5247D89F-14A6-4C15-8FBF-6852DB4E021F}"/>
          </ac:spMkLst>
        </pc:spChg>
      </pc:sldChg>
      <pc:sldChg chg="modSp new">
        <pc:chgData name="Guest User" userId="" providerId="Windows Live" clId="Web-{CE23E4F8-B810-4138-B6A2-A0E77B5A26ED}" dt="2018-04-20T15:58:00.664" v="1213"/>
        <pc:sldMkLst>
          <pc:docMk/>
          <pc:sldMk cId="9688355" sldId="438"/>
        </pc:sldMkLst>
        <pc:spChg chg="mod">
          <ac:chgData name="Guest User" userId="" providerId="Windows Live" clId="Web-{CE23E4F8-B810-4138-B6A2-A0E77B5A26ED}" dt="2018-04-20T15:31:14.712" v="54"/>
          <ac:spMkLst>
            <pc:docMk/>
            <pc:sldMk cId="9688355" sldId="438"/>
            <ac:spMk id="2" creationId="{E1501EB3-CFE7-4625-A93B-C0F3EB48A48C}"/>
          </ac:spMkLst>
        </pc:spChg>
        <pc:spChg chg="mod">
          <ac:chgData name="Guest User" userId="" providerId="Windows Live" clId="Web-{CE23E4F8-B810-4138-B6A2-A0E77B5A26ED}" dt="2018-04-20T15:58:00.664" v="1213"/>
          <ac:spMkLst>
            <pc:docMk/>
            <pc:sldMk cId="9688355" sldId="438"/>
            <ac:spMk id="3" creationId="{0EE26DC6-99CB-4933-8285-6C59B3BAEE64}"/>
          </ac:spMkLst>
        </pc:spChg>
      </pc:sldChg>
      <pc:sldChg chg="modSp new">
        <pc:chgData name="Guest User" userId="" providerId="Windows Live" clId="Web-{CE23E4F8-B810-4138-B6A2-A0E77B5A26ED}" dt="2018-04-20T15:32:38.525" v="62"/>
        <pc:sldMkLst>
          <pc:docMk/>
          <pc:sldMk cId="2621922519" sldId="439"/>
        </pc:sldMkLst>
        <pc:spChg chg="mod">
          <ac:chgData name="Guest User" userId="" providerId="Windows Live" clId="Web-{CE23E4F8-B810-4138-B6A2-A0E77B5A26ED}" dt="2018-04-20T15:32:38.525" v="62"/>
          <ac:spMkLst>
            <pc:docMk/>
            <pc:sldMk cId="2621922519" sldId="439"/>
            <ac:spMk id="2" creationId="{DE3262AF-A7F2-4D4E-AA43-309546D36633}"/>
          </ac:spMkLst>
        </pc:spChg>
      </pc:sldChg>
      <pc:sldChg chg="modSp new">
        <pc:chgData name="Guest User" userId="" providerId="Windows Live" clId="Web-{CE23E4F8-B810-4138-B6A2-A0E77B5A26ED}" dt="2018-04-20T15:42:25.377" v="326"/>
        <pc:sldMkLst>
          <pc:docMk/>
          <pc:sldMk cId="4173789030" sldId="440"/>
        </pc:sldMkLst>
        <pc:spChg chg="mod">
          <ac:chgData name="Guest User" userId="" providerId="Windows Live" clId="Web-{CE23E4F8-B810-4138-B6A2-A0E77B5A26ED}" dt="2018-04-20T15:41:00.501" v="71"/>
          <ac:spMkLst>
            <pc:docMk/>
            <pc:sldMk cId="4173789030" sldId="440"/>
            <ac:spMk id="2" creationId="{9589B5E2-0FA7-4A26-9FE4-39FE7E99B38F}"/>
          </ac:spMkLst>
        </pc:spChg>
        <pc:spChg chg="mod">
          <ac:chgData name="Guest User" userId="" providerId="Windows Live" clId="Web-{CE23E4F8-B810-4138-B6A2-A0E77B5A26ED}" dt="2018-04-20T15:42:25.377" v="326"/>
          <ac:spMkLst>
            <pc:docMk/>
            <pc:sldMk cId="4173789030" sldId="440"/>
            <ac:spMk id="3" creationId="{E2FC4F2C-CD3D-472D-BB43-A63CBF544055}"/>
          </ac:spMkLst>
        </pc:spChg>
      </pc:sldChg>
      <pc:sldChg chg="modSp">
        <pc:chgData name="Guest User" userId="" providerId="Windows Live" clId="Web-{CE23E4F8-B810-4138-B6A2-A0E77B5A26ED}" dt="2018-04-20T15:58:11.946" v="1218"/>
        <pc:sldMkLst>
          <pc:docMk/>
          <pc:sldMk cId="4253665223" sldId="442"/>
        </pc:sldMkLst>
        <pc:spChg chg="mod">
          <ac:chgData name="Guest User" userId="" providerId="Windows Live" clId="Web-{CE23E4F8-B810-4138-B6A2-A0E77B5A26ED}" dt="2018-04-20T15:58:11.946" v="1218"/>
          <ac:spMkLst>
            <pc:docMk/>
            <pc:sldMk cId="4253665223" sldId="442"/>
            <ac:spMk id="3" creationId="{00000000-0000-0000-0000-000000000000}"/>
          </ac:spMkLst>
        </pc:spChg>
      </pc:sldChg>
      <pc:sldChg chg="modSp new">
        <pc:chgData name="Guest User" userId="" providerId="Windows Live" clId="Web-{CE23E4F8-B810-4138-B6A2-A0E77B5A26ED}" dt="2018-04-20T15:46:03.802" v="782"/>
        <pc:sldMkLst>
          <pc:docMk/>
          <pc:sldMk cId="1104929109" sldId="443"/>
        </pc:sldMkLst>
        <pc:spChg chg="mod">
          <ac:chgData name="Guest User" userId="" providerId="Windows Live" clId="Web-{CE23E4F8-B810-4138-B6A2-A0E77B5A26ED}" dt="2018-04-20T15:42:30.314" v="329"/>
          <ac:spMkLst>
            <pc:docMk/>
            <pc:sldMk cId="1104929109" sldId="443"/>
            <ac:spMk id="2" creationId="{58D964AA-153E-4EF6-BBF0-5135C2266E16}"/>
          </ac:spMkLst>
        </pc:spChg>
        <pc:spChg chg="mod">
          <ac:chgData name="Guest User" userId="" providerId="Windows Live" clId="Web-{CE23E4F8-B810-4138-B6A2-A0E77B5A26ED}" dt="2018-04-20T15:46:03.802" v="782"/>
          <ac:spMkLst>
            <pc:docMk/>
            <pc:sldMk cId="1104929109" sldId="443"/>
            <ac:spMk id="3" creationId="{64E0DFDA-F486-4451-BE3C-D7690A72FCCB}"/>
          </ac:spMkLst>
        </pc:spChg>
      </pc:sldChg>
      <pc:sldChg chg="modSp new">
        <pc:chgData name="Guest User" userId="" providerId="Windows Live" clId="Web-{CE23E4F8-B810-4138-B6A2-A0E77B5A26ED}" dt="2018-04-20T15:52:37.037" v="1104"/>
        <pc:sldMkLst>
          <pc:docMk/>
          <pc:sldMk cId="4274361644" sldId="444"/>
        </pc:sldMkLst>
        <pc:spChg chg="mod">
          <ac:chgData name="Guest User" userId="" providerId="Windows Live" clId="Web-{CE23E4F8-B810-4138-B6A2-A0E77B5A26ED}" dt="2018-04-20T15:51:06.146" v="814"/>
          <ac:spMkLst>
            <pc:docMk/>
            <pc:sldMk cId="4274361644" sldId="444"/>
            <ac:spMk id="2" creationId="{08CEA200-EB2A-4385-8189-7395465FC0C8}"/>
          </ac:spMkLst>
        </pc:spChg>
        <pc:spChg chg="mod">
          <ac:chgData name="Guest User" userId="" providerId="Windows Live" clId="Web-{CE23E4F8-B810-4138-B6A2-A0E77B5A26ED}" dt="2018-04-20T15:52:37.037" v="1104"/>
          <ac:spMkLst>
            <pc:docMk/>
            <pc:sldMk cId="4274361644" sldId="444"/>
            <ac:spMk id="3" creationId="{6FB93142-CF00-49A1-AEF4-108B27B29076}"/>
          </ac:spMkLst>
        </pc:spChg>
      </pc:sldChg>
      <pc:sldChg chg="modSp new">
        <pc:chgData name="Guest User" userId="" providerId="Windows Live" clId="Web-{CE23E4F8-B810-4138-B6A2-A0E77B5A26ED}" dt="2018-04-20T15:56:25.961" v="1148"/>
        <pc:sldMkLst>
          <pc:docMk/>
          <pc:sldMk cId="2399658117" sldId="445"/>
        </pc:sldMkLst>
        <pc:spChg chg="mod">
          <ac:chgData name="Guest User" userId="" providerId="Windows Live" clId="Web-{CE23E4F8-B810-4138-B6A2-A0E77B5A26ED}" dt="2018-04-20T15:56:15.492" v="1141"/>
          <ac:spMkLst>
            <pc:docMk/>
            <pc:sldMk cId="2399658117" sldId="445"/>
            <ac:spMk id="2" creationId="{980508D2-3B87-4994-9AD1-6A4925DAA90D}"/>
          </ac:spMkLst>
        </pc:spChg>
        <pc:spChg chg="mod">
          <ac:chgData name="Guest User" userId="" providerId="Windows Live" clId="Web-{CE23E4F8-B810-4138-B6A2-A0E77B5A26ED}" dt="2018-04-20T15:56:25.961" v="1148"/>
          <ac:spMkLst>
            <pc:docMk/>
            <pc:sldMk cId="2399658117" sldId="445"/>
            <ac:spMk id="3" creationId="{5A8716EF-0A91-4BC6-8A35-DA1DF0C8AEA5}"/>
          </ac:spMkLst>
        </pc:spChg>
      </pc:sldChg>
      <pc:sldChg chg="modSp new">
        <pc:chgData name="Guest User" userId="" providerId="Windows Live" clId="Web-{CE23E4F8-B810-4138-B6A2-A0E77B5A26ED}" dt="2018-04-20T15:57:04.430" v="1210"/>
        <pc:sldMkLst>
          <pc:docMk/>
          <pc:sldMk cId="1994264054" sldId="446"/>
        </pc:sldMkLst>
        <pc:spChg chg="mod">
          <ac:chgData name="Guest User" userId="" providerId="Windows Live" clId="Web-{CE23E4F8-B810-4138-B6A2-A0E77B5A26ED}" dt="2018-04-20T15:57:02.086" v="1207"/>
          <ac:spMkLst>
            <pc:docMk/>
            <pc:sldMk cId="1994264054" sldId="446"/>
            <ac:spMk id="2" creationId="{A9A5D04D-7B8F-4831-BFAE-97D151B883F0}"/>
          </ac:spMkLst>
        </pc:spChg>
        <pc:spChg chg="mod">
          <ac:chgData name="Guest User" userId="" providerId="Windows Live" clId="Web-{CE23E4F8-B810-4138-B6A2-A0E77B5A26ED}" dt="2018-04-20T15:57:04.430" v="1210"/>
          <ac:spMkLst>
            <pc:docMk/>
            <pc:sldMk cId="1994264054" sldId="446"/>
            <ac:spMk id="3" creationId="{641025AD-1CD9-4139-B05F-985295CB2854}"/>
          </ac:spMkLst>
        </pc:spChg>
      </pc:sldChg>
      <pc:sldChg chg="modSp new">
        <pc:chgData name="Guest User" userId="" providerId="Windows Live" clId="Web-{CE23E4F8-B810-4138-B6A2-A0E77B5A26ED}" dt="2018-04-20T16:01:14.884" v="1786"/>
        <pc:sldMkLst>
          <pc:docMk/>
          <pc:sldMk cId="1381021960" sldId="449"/>
        </pc:sldMkLst>
        <pc:spChg chg="mod">
          <ac:chgData name="Guest User" userId="" providerId="Windows Live" clId="Web-{CE23E4F8-B810-4138-B6A2-A0E77B5A26ED}" dt="2018-04-20T15:58:58.977" v="1223"/>
          <ac:spMkLst>
            <pc:docMk/>
            <pc:sldMk cId="1381021960" sldId="449"/>
            <ac:spMk id="2" creationId="{16983315-648E-44B8-BAFD-8F4A69123977}"/>
          </ac:spMkLst>
        </pc:spChg>
        <pc:spChg chg="mod">
          <ac:chgData name="Guest User" userId="" providerId="Windows Live" clId="Web-{CE23E4F8-B810-4138-B6A2-A0E77B5A26ED}" dt="2018-04-20T16:01:14.884" v="1786"/>
          <ac:spMkLst>
            <pc:docMk/>
            <pc:sldMk cId="1381021960" sldId="449"/>
            <ac:spMk id="3" creationId="{99ABFF60-6F99-4404-9CA8-70A954FE2C84}"/>
          </ac:spMkLst>
        </pc:spChg>
      </pc:sldChg>
      <pc:sldChg chg="modSp new">
        <pc:chgData name="Guest User" userId="" providerId="Windows Live" clId="Web-{CE23E4F8-B810-4138-B6A2-A0E77B5A26ED}" dt="2018-04-20T16:02:33.135" v="1971"/>
        <pc:sldMkLst>
          <pc:docMk/>
          <pc:sldMk cId="820832984" sldId="451"/>
        </pc:sldMkLst>
        <pc:spChg chg="mod">
          <ac:chgData name="Guest User" userId="" providerId="Windows Live" clId="Web-{CE23E4F8-B810-4138-B6A2-A0E77B5A26ED}" dt="2018-04-20T16:01:39.994" v="1791"/>
          <ac:spMkLst>
            <pc:docMk/>
            <pc:sldMk cId="820832984" sldId="451"/>
            <ac:spMk id="2" creationId="{1E6D7FD0-5F51-415F-818F-B1A7E2FDD4F7}"/>
          </ac:spMkLst>
        </pc:spChg>
        <pc:spChg chg="mod">
          <ac:chgData name="Guest User" userId="" providerId="Windows Live" clId="Web-{CE23E4F8-B810-4138-B6A2-A0E77B5A26ED}" dt="2018-04-20T16:02:33.135" v="1971"/>
          <ac:spMkLst>
            <pc:docMk/>
            <pc:sldMk cId="820832984" sldId="451"/>
            <ac:spMk id="3" creationId="{EF8C8053-06E5-4C0A-B1E1-E581FEEB3B01}"/>
          </ac:spMkLst>
        </pc:spChg>
      </pc:sldChg>
      <pc:sldChg chg="addSp delSp modSp new">
        <pc:chgData name="Guest User" userId="" providerId="Windows Live" clId="Web-{CE23E4F8-B810-4138-B6A2-A0E77B5A26ED}" dt="2018-04-20T16:04:54.760" v="1987"/>
        <pc:sldMkLst>
          <pc:docMk/>
          <pc:sldMk cId="3249716837" sldId="452"/>
        </pc:sldMkLst>
        <pc:spChg chg="mod">
          <ac:chgData name="Guest User" userId="" providerId="Windows Live" clId="Web-{CE23E4F8-B810-4138-B6A2-A0E77B5A26ED}" dt="2018-04-20T16:04:49.135" v="1982"/>
          <ac:spMkLst>
            <pc:docMk/>
            <pc:sldMk cId="3249716837" sldId="452"/>
            <ac:spMk id="2" creationId="{A8B94808-E0C9-431E-9B65-6649A94EAD38}"/>
          </ac:spMkLst>
        </pc:spChg>
        <pc:spChg chg="del">
          <ac:chgData name="Guest User" userId="" providerId="Windows Live" clId="Web-{CE23E4F8-B810-4138-B6A2-A0E77B5A26ED}" dt="2018-04-20T16:04:51.041" v="1985"/>
          <ac:spMkLst>
            <pc:docMk/>
            <pc:sldMk cId="3249716837" sldId="452"/>
            <ac:spMk id="3" creationId="{9D7C8F37-1211-4DD1-A257-B5DF6B4D74F1}"/>
          </ac:spMkLst>
        </pc:spChg>
        <pc:picChg chg="add mod ord">
          <ac:chgData name="Guest User" userId="" providerId="Windows Live" clId="Web-{CE23E4F8-B810-4138-B6A2-A0E77B5A26ED}" dt="2018-04-20T16:04:54.760" v="1987"/>
          <ac:picMkLst>
            <pc:docMk/>
            <pc:sldMk cId="3249716837" sldId="452"/>
            <ac:picMk id="4" creationId="{D9CEA3D5-0CBB-48E6-86D9-93F8D05F5077}"/>
          </ac:picMkLst>
        </pc:picChg>
      </pc:sldChg>
    </pc:docChg>
  </pc:docChgLst>
  <pc:docChgLst>
    <pc:chgData name="Guest User" providerId="Windows Live" clId="Web-{EA964A20-C12C-48F7-9DD3-45D1650BD763}"/>
    <pc:docChg chg="modSld">
      <pc:chgData name="Guest User" userId="" providerId="Windows Live" clId="Web-{EA964A20-C12C-48F7-9DD3-45D1650BD763}" dt="2018-03-09T10:56:15.727" v="11"/>
      <pc:docMkLst>
        <pc:docMk/>
      </pc:docMkLst>
    </pc:docChg>
  </pc:docChgLst>
  <pc:docChgLst>
    <pc:chgData name="Ciubotariu Florin-Constantin" userId="1a9f14f2b927e270" providerId="Windows Live" clId="Web-{27023CF2-E839-4805-91D6-DBE1D08B3A23}"/>
    <pc:docChg chg="addSld modSld">
      <pc:chgData name="Ciubotariu Florin-Constantin" userId="1a9f14f2b927e270" providerId="Windows Live" clId="Web-{27023CF2-E839-4805-91D6-DBE1D08B3A23}" dt="2018-04-27T17:38:59.171" v="224"/>
      <pc:docMkLst>
        <pc:docMk/>
      </pc:docMkLst>
      <pc:sldChg chg="modSp new">
        <pc:chgData name="Ciubotariu Florin-Constantin" userId="1a9f14f2b927e270" providerId="Windows Live" clId="Web-{27023CF2-E839-4805-91D6-DBE1D08B3A23}" dt="2018-04-27T17:35:58.170" v="6"/>
        <pc:sldMkLst>
          <pc:docMk/>
          <pc:sldMk cId="139714060" sldId="333"/>
        </pc:sldMkLst>
        <pc:spChg chg="mod">
          <ac:chgData name="Ciubotariu Florin-Constantin" userId="1a9f14f2b927e270" providerId="Windows Live" clId="Web-{27023CF2-E839-4805-91D6-DBE1D08B3A23}" dt="2018-04-27T17:35:41.639" v="3"/>
          <ac:spMkLst>
            <pc:docMk/>
            <pc:sldMk cId="139714060" sldId="333"/>
            <ac:spMk id="2" creationId="{E16401BA-FD1E-415C-880F-AF863E1E859C}"/>
          </ac:spMkLst>
        </pc:spChg>
        <pc:spChg chg="mod">
          <ac:chgData name="Ciubotariu Florin-Constantin" userId="1a9f14f2b927e270" providerId="Windows Live" clId="Web-{27023CF2-E839-4805-91D6-DBE1D08B3A23}" dt="2018-04-27T17:35:58.170" v="6"/>
          <ac:spMkLst>
            <pc:docMk/>
            <pc:sldMk cId="139714060" sldId="333"/>
            <ac:spMk id="3" creationId="{037762E5-CFB2-46F3-BC91-EA785BA086A8}"/>
          </ac:spMkLst>
        </pc:spChg>
      </pc:sldChg>
      <pc:sldChg chg="modSp new">
        <pc:chgData name="Ciubotariu Florin-Constantin" userId="1a9f14f2b927e270" providerId="Windows Live" clId="Web-{27023CF2-E839-4805-91D6-DBE1D08B3A23}" dt="2018-04-27T17:38:09.061" v="164"/>
        <pc:sldMkLst>
          <pc:docMk/>
          <pc:sldMk cId="8178199" sldId="334"/>
        </pc:sldMkLst>
        <pc:spChg chg="mod">
          <ac:chgData name="Ciubotariu Florin-Constantin" userId="1a9f14f2b927e270" providerId="Windows Live" clId="Web-{27023CF2-E839-4805-91D6-DBE1D08B3A23}" dt="2018-04-27T17:36:09.107" v="19"/>
          <ac:spMkLst>
            <pc:docMk/>
            <pc:sldMk cId="8178199" sldId="334"/>
            <ac:spMk id="2" creationId="{F16803D9-B5C6-40FD-B800-B1379B29DE33}"/>
          </ac:spMkLst>
        </pc:spChg>
        <pc:spChg chg="mod">
          <ac:chgData name="Ciubotariu Florin-Constantin" userId="1a9f14f2b927e270" providerId="Windows Live" clId="Web-{27023CF2-E839-4805-91D6-DBE1D08B3A23}" dt="2018-04-27T17:38:09.061" v="164"/>
          <ac:spMkLst>
            <pc:docMk/>
            <pc:sldMk cId="8178199" sldId="334"/>
            <ac:spMk id="3" creationId="{BB2727EB-C90F-4BB8-A79C-72BB84521D54}"/>
          </ac:spMkLst>
        </pc:spChg>
      </pc:sldChg>
      <pc:sldChg chg="modSp new">
        <pc:chgData name="Ciubotariu Florin-Constantin" userId="1a9f14f2b927e270" providerId="Windows Live" clId="Web-{27023CF2-E839-4805-91D6-DBE1D08B3A23}" dt="2018-04-27T17:38:59.171" v="223"/>
        <pc:sldMkLst>
          <pc:docMk/>
          <pc:sldMk cId="4002961733" sldId="335"/>
        </pc:sldMkLst>
        <pc:spChg chg="mod">
          <ac:chgData name="Ciubotariu Florin-Constantin" userId="1a9f14f2b927e270" providerId="Windows Live" clId="Web-{27023CF2-E839-4805-91D6-DBE1D08B3A23}" dt="2018-04-27T17:38:28.905" v="179"/>
          <ac:spMkLst>
            <pc:docMk/>
            <pc:sldMk cId="4002961733" sldId="335"/>
            <ac:spMk id="2" creationId="{88F72A1A-26F8-4B5D-AD7E-4FECE5884141}"/>
          </ac:spMkLst>
        </pc:spChg>
        <pc:spChg chg="mod">
          <ac:chgData name="Ciubotariu Florin-Constantin" userId="1a9f14f2b927e270" providerId="Windows Live" clId="Web-{27023CF2-E839-4805-91D6-DBE1D08B3A23}" dt="2018-04-27T17:38:59.171" v="223"/>
          <ac:spMkLst>
            <pc:docMk/>
            <pc:sldMk cId="4002961733" sldId="335"/>
            <ac:spMk id="3" creationId="{0EB215E8-1F2E-4804-A956-BFF95B1A6C27}"/>
          </ac:spMkLst>
        </pc:spChg>
      </pc:sldChg>
    </pc:docChg>
  </pc:docChgLst>
  <pc:docChgLst>
    <pc:chgData name="Guest User" userId="fd98b2f48b61e251" providerId="Windows Live" clId="Web-{726AEC0F-3791-4FE5-B943-3D64C11ECDE6}"/>
    <pc:docChg chg="addSld modSld sldOrd">
      <pc:chgData name="Guest User" userId="fd98b2f48b61e251" providerId="Windows Live" clId="Web-{726AEC0F-3791-4FE5-B943-3D64C11ECDE6}" dt="2018-03-30T16:28:51.515" v="1359"/>
      <pc:docMkLst>
        <pc:docMk/>
      </pc:docMkLst>
      <pc:sldChg chg="modSp">
        <pc:chgData name="Guest User" userId="fd98b2f48b61e251" providerId="Windows Live" clId="Web-{726AEC0F-3791-4FE5-B943-3D64C11ECDE6}" dt="2018-03-30T15:25:31.792" v="4"/>
        <pc:sldMkLst>
          <pc:docMk/>
          <pc:sldMk cId="3076212253" sldId="408"/>
        </pc:sldMkLst>
        <pc:spChg chg="mod">
          <ac:chgData name="Guest User" userId="fd98b2f48b61e251" providerId="Windows Live" clId="Web-{726AEC0F-3791-4FE5-B943-3D64C11ECDE6}" dt="2018-03-30T15:25:31.792" v="4"/>
          <ac:spMkLst>
            <pc:docMk/>
            <pc:sldMk cId="3076212253" sldId="408"/>
            <ac:spMk id="3" creationId="{117D7F44-CC13-4A0B-AC4B-A0A3601A0DEA}"/>
          </ac:spMkLst>
        </pc:spChg>
      </pc:sldChg>
      <pc:sldChg chg="modSp">
        <pc:chgData name="Guest User" userId="fd98b2f48b61e251" providerId="Windows Live" clId="Web-{726AEC0F-3791-4FE5-B943-3D64C11ECDE6}" dt="2018-03-30T15:53:27.898" v="222"/>
        <pc:sldMkLst>
          <pc:docMk/>
          <pc:sldMk cId="1113645329" sldId="410"/>
        </pc:sldMkLst>
        <pc:spChg chg="mod">
          <ac:chgData name="Guest User" userId="fd98b2f48b61e251" providerId="Windows Live" clId="Web-{726AEC0F-3791-4FE5-B943-3D64C11ECDE6}" dt="2018-03-30T15:53:27.898" v="222"/>
          <ac:spMkLst>
            <pc:docMk/>
            <pc:sldMk cId="1113645329" sldId="410"/>
            <ac:spMk id="3" creationId="{00000000-0000-0000-0000-000000000000}"/>
          </ac:spMkLst>
        </pc:spChg>
      </pc:sldChg>
      <pc:sldChg chg="modSp">
        <pc:chgData name="Guest User" userId="fd98b2f48b61e251" providerId="Windows Live" clId="Web-{726AEC0F-3791-4FE5-B943-3D64C11ECDE6}" dt="2018-03-30T15:27:59.109" v="117"/>
        <pc:sldMkLst>
          <pc:docMk/>
          <pc:sldMk cId="212291144" sldId="411"/>
        </pc:sldMkLst>
        <pc:spChg chg="mod">
          <ac:chgData name="Guest User" userId="fd98b2f48b61e251" providerId="Windows Live" clId="Web-{726AEC0F-3791-4FE5-B943-3D64C11ECDE6}" dt="2018-03-30T15:27:59.109" v="117"/>
          <ac:spMkLst>
            <pc:docMk/>
            <pc:sldMk cId="212291144" sldId="411"/>
            <ac:spMk id="3" creationId="{8C7B55C5-F32C-4991-869E-0FECB259CB01}"/>
          </ac:spMkLst>
        </pc:spChg>
      </pc:sldChg>
      <pc:sldChg chg="addSp delSp modSp new">
        <pc:chgData name="Guest User" userId="fd98b2f48b61e251" providerId="Windows Live" clId="Web-{726AEC0F-3791-4FE5-B943-3D64C11ECDE6}" dt="2018-03-30T15:30:56.785" v="135"/>
        <pc:sldMkLst>
          <pc:docMk/>
          <pc:sldMk cId="832713360" sldId="412"/>
        </pc:sldMkLst>
        <pc:spChg chg="mod">
          <ac:chgData name="Guest User" userId="fd98b2f48b61e251" providerId="Windows Live" clId="Web-{726AEC0F-3791-4FE5-B943-3D64C11ECDE6}" dt="2018-03-30T15:30:40.910" v="132"/>
          <ac:spMkLst>
            <pc:docMk/>
            <pc:sldMk cId="832713360" sldId="412"/>
            <ac:spMk id="2" creationId="{3CFE6E19-C338-46B9-8143-DF9E437A170E}"/>
          </ac:spMkLst>
        </pc:spChg>
        <pc:spChg chg="del">
          <ac:chgData name="Guest User" userId="fd98b2f48b61e251" providerId="Windows Live" clId="Web-{726AEC0F-3791-4FE5-B943-3D64C11ECDE6}" dt="2018-03-30T15:30:53.738" v="134"/>
          <ac:spMkLst>
            <pc:docMk/>
            <pc:sldMk cId="832713360" sldId="412"/>
            <ac:spMk id="3" creationId="{DD505AEC-71D9-4375-9A93-340311B821F3}"/>
          </ac:spMkLst>
        </pc:spChg>
        <pc:picChg chg="add mod ord">
          <ac:chgData name="Guest User" userId="fd98b2f48b61e251" providerId="Windows Live" clId="Web-{726AEC0F-3791-4FE5-B943-3D64C11ECDE6}" dt="2018-03-30T15:30:56.785" v="135"/>
          <ac:picMkLst>
            <pc:docMk/>
            <pc:sldMk cId="832713360" sldId="412"/>
            <ac:picMk id="4" creationId="{C66A0F25-3AC1-42D3-AB5A-79EBEEE7ED68}"/>
          </ac:picMkLst>
        </pc:picChg>
      </pc:sldChg>
      <pc:sldChg chg="modSp new">
        <pc:chgData name="Guest User" userId="fd98b2f48b61e251" providerId="Windows Live" clId="Web-{726AEC0F-3791-4FE5-B943-3D64C11ECDE6}" dt="2018-03-30T15:45:36.277" v="198"/>
        <pc:sldMkLst>
          <pc:docMk/>
          <pc:sldMk cId="832204784" sldId="413"/>
        </pc:sldMkLst>
        <pc:spChg chg="mod">
          <ac:chgData name="Guest User" userId="fd98b2f48b61e251" providerId="Windows Live" clId="Web-{726AEC0F-3791-4FE5-B943-3D64C11ECDE6}" dt="2018-03-30T15:39:59.815" v="151"/>
          <ac:spMkLst>
            <pc:docMk/>
            <pc:sldMk cId="832204784" sldId="413"/>
            <ac:spMk id="2" creationId="{9D06F284-66AE-47B9-B197-DA1D8F2B0C5F}"/>
          </ac:spMkLst>
        </pc:spChg>
        <pc:spChg chg="mod">
          <ac:chgData name="Guest User" userId="fd98b2f48b61e251" providerId="Windows Live" clId="Web-{726AEC0F-3791-4FE5-B943-3D64C11ECDE6}" dt="2018-03-30T15:45:36.277" v="198"/>
          <ac:spMkLst>
            <pc:docMk/>
            <pc:sldMk cId="832204784" sldId="413"/>
            <ac:spMk id="3" creationId="{B11557A0-1249-4779-90B0-9C2A32E3B4A0}"/>
          </ac:spMkLst>
        </pc:spChg>
      </pc:sldChg>
      <pc:sldChg chg="addSp delSp modSp new">
        <pc:chgData name="Guest User" userId="fd98b2f48b61e251" providerId="Windows Live" clId="Web-{726AEC0F-3791-4FE5-B943-3D64C11ECDE6}" dt="2018-03-30T15:49:16.892" v="219"/>
        <pc:sldMkLst>
          <pc:docMk/>
          <pc:sldMk cId="527933551" sldId="414"/>
        </pc:sldMkLst>
        <pc:spChg chg="mod">
          <ac:chgData name="Guest User" userId="fd98b2f48b61e251" providerId="Windows Live" clId="Web-{726AEC0F-3791-4FE5-B943-3D64C11ECDE6}" dt="2018-03-30T15:47:48.733" v="209"/>
          <ac:spMkLst>
            <pc:docMk/>
            <pc:sldMk cId="527933551" sldId="414"/>
            <ac:spMk id="2" creationId="{3424712D-35E8-455E-BE43-E79A4DCCFA6D}"/>
          </ac:spMkLst>
        </pc:spChg>
        <pc:spChg chg="del">
          <ac:chgData name="Guest User" userId="fd98b2f48b61e251" providerId="Windows Live" clId="Web-{726AEC0F-3791-4FE5-B943-3D64C11ECDE6}" dt="2018-03-30T15:48:00.515" v="212"/>
          <ac:spMkLst>
            <pc:docMk/>
            <pc:sldMk cId="527933551" sldId="414"/>
            <ac:spMk id="3" creationId="{0BDC8882-83E1-422E-A5EC-ADD3336DD252}"/>
          </ac:spMkLst>
        </pc:spChg>
        <pc:spChg chg="add del mod">
          <ac:chgData name="Guest User" userId="fd98b2f48b61e251" providerId="Windows Live" clId="Web-{726AEC0F-3791-4FE5-B943-3D64C11ECDE6}" dt="2018-03-30T15:49:05.032" v="216"/>
          <ac:spMkLst>
            <pc:docMk/>
            <pc:sldMk cId="527933551" sldId="414"/>
            <ac:spMk id="7" creationId="{2CD6FDDB-9B96-4319-A0F3-33BCA2790C4A}"/>
          </ac:spMkLst>
        </pc:spChg>
        <pc:picChg chg="add del mod ord">
          <ac:chgData name="Guest User" userId="fd98b2f48b61e251" providerId="Windows Live" clId="Web-{726AEC0F-3791-4FE5-B943-3D64C11ECDE6}" dt="2018-03-30T15:48:54.095" v="215"/>
          <ac:picMkLst>
            <pc:docMk/>
            <pc:sldMk cId="527933551" sldId="414"/>
            <ac:picMk id="4" creationId="{BCC2E732-62AF-4809-A1AC-8405E42DEEDD}"/>
          </ac:picMkLst>
        </pc:picChg>
        <pc:picChg chg="add mod ord">
          <ac:chgData name="Guest User" userId="fd98b2f48b61e251" providerId="Windows Live" clId="Web-{726AEC0F-3791-4FE5-B943-3D64C11ECDE6}" dt="2018-03-30T15:49:16.892" v="219"/>
          <ac:picMkLst>
            <pc:docMk/>
            <pc:sldMk cId="527933551" sldId="414"/>
            <ac:picMk id="8" creationId="{B0023818-2231-451C-AD25-DA9BCACC471E}"/>
          </ac:picMkLst>
        </pc:picChg>
      </pc:sldChg>
      <pc:sldChg chg="modSp new">
        <pc:chgData name="Guest User" userId="fd98b2f48b61e251" providerId="Windows Live" clId="Web-{726AEC0F-3791-4FE5-B943-3D64C11ECDE6}" dt="2018-03-30T15:54:31.806" v="250"/>
        <pc:sldMkLst>
          <pc:docMk/>
          <pc:sldMk cId="4132066269" sldId="415"/>
        </pc:sldMkLst>
        <pc:spChg chg="mod">
          <ac:chgData name="Guest User" userId="fd98b2f48b61e251" providerId="Windows Live" clId="Web-{726AEC0F-3791-4FE5-B943-3D64C11ECDE6}" dt="2018-03-30T15:54:29.556" v="247"/>
          <ac:spMkLst>
            <pc:docMk/>
            <pc:sldMk cId="4132066269" sldId="415"/>
            <ac:spMk id="2" creationId="{9F76B67F-304C-4C81-835F-44E1011502AA}"/>
          </ac:spMkLst>
        </pc:spChg>
        <pc:spChg chg="mod">
          <ac:chgData name="Guest User" userId="fd98b2f48b61e251" providerId="Windows Live" clId="Web-{726AEC0F-3791-4FE5-B943-3D64C11ECDE6}" dt="2018-03-30T15:54:31.806" v="250"/>
          <ac:spMkLst>
            <pc:docMk/>
            <pc:sldMk cId="4132066269" sldId="415"/>
            <ac:spMk id="3" creationId="{1E2B5CD2-D490-4E9D-81D7-20D8481A306A}"/>
          </ac:spMkLst>
        </pc:spChg>
      </pc:sldChg>
      <pc:sldChg chg="addSp delSp modSp new">
        <pc:chgData name="Guest User" userId="fd98b2f48b61e251" providerId="Windows Live" clId="Web-{726AEC0F-3791-4FE5-B943-3D64C11ECDE6}" dt="2018-03-30T15:57:08.201" v="264"/>
        <pc:sldMkLst>
          <pc:docMk/>
          <pc:sldMk cId="227208308" sldId="416"/>
        </pc:sldMkLst>
        <pc:spChg chg="mod">
          <ac:chgData name="Guest User" userId="fd98b2f48b61e251" providerId="Windows Live" clId="Web-{726AEC0F-3791-4FE5-B943-3D64C11ECDE6}" dt="2018-03-30T15:57:02.763" v="258"/>
          <ac:spMkLst>
            <pc:docMk/>
            <pc:sldMk cId="227208308" sldId="416"/>
            <ac:spMk id="2" creationId="{AC08378A-BE1D-434B-BD73-B903817DA357}"/>
          </ac:spMkLst>
        </pc:spChg>
        <pc:spChg chg="del">
          <ac:chgData name="Guest User" userId="fd98b2f48b61e251" providerId="Windows Live" clId="Web-{726AEC0F-3791-4FE5-B943-3D64C11ECDE6}" dt="2018-03-30T15:57:03.795" v="262"/>
          <ac:spMkLst>
            <pc:docMk/>
            <pc:sldMk cId="227208308" sldId="416"/>
            <ac:spMk id="3" creationId="{E73A3174-A266-4D47-BF16-CF551592BE34}"/>
          </ac:spMkLst>
        </pc:spChg>
        <pc:picChg chg="add mod ord">
          <ac:chgData name="Guest User" userId="fd98b2f48b61e251" providerId="Windows Live" clId="Web-{726AEC0F-3791-4FE5-B943-3D64C11ECDE6}" dt="2018-03-30T15:57:08.201" v="264"/>
          <ac:picMkLst>
            <pc:docMk/>
            <pc:sldMk cId="227208308" sldId="416"/>
            <ac:picMk id="4" creationId="{9FFDBC37-77C9-4707-8A48-5B2D440A02D9}"/>
          </ac:picMkLst>
        </pc:picChg>
      </pc:sldChg>
      <pc:sldChg chg="modSp new ord">
        <pc:chgData name="Guest User" userId="fd98b2f48b61e251" providerId="Windows Live" clId="Web-{726AEC0F-3791-4FE5-B943-3D64C11ECDE6}" dt="2018-03-30T15:57:42.889" v="304"/>
        <pc:sldMkLst>
          <pc:docMk/>
          <pc:sldMk cId="1256848242" sldId="417"/>
        </pc:sldMkLst>
        <pc:spChg chg="mod">
          <ac:chgData name="Guest User" userId="fd98b2f48b61e251" providerId="Windows Live" clId="Web-{726AEC0F-3791-4FE5-B943-3D64C11ECDE6}" dt="2018-03-30T15:57:41.655" v="301"/>
          <ac:spMkLst>
            <pc:docMk/>
            <pc:sldMk cId="1256848242" sldId="417"/>
            <ac:spMk id="2" creationId="{E5490B18-5E1D-42F5-8447-431BE9A27EE2}"/>
          </ac:spMkLst>
        </pc:spChg>
        <pc:spChg chg="mod">
          <ac:chgData name="Guest User" userId="fd98b2f48b61e251" providerId="Windows Live" clId="Web-{726AEC0F-3791-4FE5-B943-3D64C11ECDE6}" dt="2018-03-30T15:57:42.889" v="304"/>
          <ac:spMkLst>
            <pc:docMk/>
            <pc:sldMk cId="1256848242" sldId="417"/>
            <ac:spMk id="3" creationId="{616E4DE5-29A3-4F94-BDA2-F080BDB7EBFD}"/>
          </ac:spMkLst>
        </pc:spChg>
      </pc:sldChg>
      <pc:sldChg chg="modSp new">
        <pc:chgData name="Guest User" userId="fd98b2f48b61e251" providerId="Windows Live" clId="Web-{726AEC0F-3791-4FE5-B943-3D64C11ECDE6}" dt="2018-03-30T16:02:57.429" v="899"/>
        <pc:sldMkLst>
          <pc:docMk/>
          <pc:sldMk cId="1253608524" sldId="418"/>
        </pc:sldMkLst>
        <pc:spChg chg="mod">
          <ac:chgData name="Guest User" userId="fd98b2f48b61e251" providerId="Windows Live" clId="Web-{726AEC0F-3791-4FE5-B943-3D64C11ECDE6}" dt="2018-03-30T15:58:03.312" v="312"/>
          <ac:spMkLst>
            <pc:docMk/>
            <pc:sldMk cId="1253608524" sldId="418"/>
            <ac:spMk id="2" creationId="{D02921A8-579E-46D4-8AD9-B29261A248F1}"/>
          </ac:spMkLst>
        </pc:spChg>
        <pc:spChg chg="mod">
          <ac:chgData name="Guest User" userId="fd98b2f48b61e251" providerId="Windows Live" clId="Web-{726AEC0F-3791-4FE5-B943-3D64C11ECDE6}" dt="2018-03-30T16:02:57.429" v="899"/>
          <ac:spMkLst>
            <pc:docMk/>
            <pc:sldMk cId="1253608524" sldId="418"/>
            <ac:spMk id="3" creationId="{895DFA71-157E-4511-9E14-A5BD7ED09625}"/>
          </ac:spMkLst>
        </pc:spChg>
      </pc:sldChg>
      <pc:sldChg chg="modSp new">
        <pc:chgData name="Guest User" userId="fd98b2f48b61e251" providerId="Windows Live" clId="Web-{726AEC0F-3791-4FE5-B943-3D64C11ECDE6}" dt="2018-03-30T16:28:51.515" v="1358"/>
        <pc:sldMkLst>
          <pc:docMk/>
          <pc:sldMk cId="512816407" sldId="419"/>
        </pc:sldMkLst>
        <pc:spChg chg="mod">
          <ac:chgData name="Guest User" userId="fd98b2f48b61e251" providerId="Windows Live" clId="Web-{726AEC0F-3791-4FE5-B943-3D64C11ECDE6}" dt="2018-03-30T16:09:53.896" v="950"/>
          <ac:spMkLst>
            <pc:docMk/>
            <pc:sldMk cId="512816407" sldId="419"/>
            <ac:spMk id="2" creationId="{B4CDB47A-2387-47D2-B283-C5B67545F12D}"/>
          </ac:spMkLst>
        </pc:spChg>
        <pc:spChg chg="mod">
          <ac:chgData name="Guest User" userId="fd98b2f48b61e251" providerId="Windows Live" clId="Web-{726AEC0F-3791-4FE5-B943-3D64C11ECDE6}" dt="2018-03-30T16:28:51.515" v="1358"/>
          <ac:spMkLst>
            <pc:docMk/>
            <pc:sldMk cId="512816407" sldId="419"/>
            <ac:spMk id="3" creationId="{A86E0C7D-3263-426B-98CE-2CA9429FAFB8}"/>
          </ac:spMkLst>
        </pc:spChg>
      </pc:sldChg>
    </pc:docChg>
  </pc:docChgLst>
  <pc:docChgLst>
    <pc:chgData name="Ciubotariu Florin-Constantin" userId="1a9f14f2b927e270" providerId="Windows Live" clId="Web-{19F131CF-1FBB-4F10-AF0A-D9BF6E3CCFCC}"/>
    <pc:docChg chg="addSld modSld sldOrd">
      <pc:chgData name="Ciubotariu Florin-Constantin" userId="1a9f14f2b927e270" providerId="Windows Live" clId="Web-{19F131CF-1FBB-4F10-AF0A-D9BF6E3CCFCC}" dt="2018-04-27T16:02:08.428" v="705"/>
      <pc:docMkLst>
        <pc:docMk/>
      </pc:docMkLst>
      <pc:sldChg chg="modSp">
        <pc:chgData name="Ciubotariu Florin-Constantin" userId="1a9f14f2b927e270" providerId="Windows Live" clId="Web-{19F131CF-1FBB-4F10-AF0A-D9BF6E3CCFCC}" dt="2018-04-27T15:45:30.545" v="12"/>
        <pc:sldMkLst>
          <pc:docMk/>
          <pc:sldMk cId="1960588589" sldId="316"/>
        </pc:sldMkLst>
        <pc:spChg chg="mod">
          <ac:chgData name="Ciubotariu Florin-Constantin" userId="1a9f14f2b927e270" providerId="Windows Live" clId="Web-{19F131CF-1FBB-4F10-AF0A-D9BF6E3CCFCC}" dt="2018-04-27T15:45:30.545" v="12"/>
          <ac:spMkLst>
            <pc:docMk/>
            <pc:sldMk cId="1960588589" sldId="316"/>
            <ac:spMk id="3" creationId="{4F88A217-9886-4DC9-86C3-556AAF4AC628}"/>
          </ac:spMkLst>
        </pc:spChg>
      </pc:sldChg>
      <pc:sldChg chg="modSp add replId">
        <pc:chgData name="Ciubotariu Florin-Constantin" userId="1a9f14f2b927e270" providerId="Windows Live" clId="Web-{19F131CF-1FBB-4F10-AF0A-D9BF6E3CCFCC}" dt="2018-04-27T15:46:55.859" v="166"/>
        <pc:sldMkLst>
          <pc:docMk/>
          <pc:sldMk cId="823976831" sldId="317"/>
        </pc:sldMkLst>
        <pc:spChg chg="mod">
          <ac:chgData name="Ciubotariu Florin-Constantin" userId="1a9f14f2b927e270" providerId="Windows Live" clId="Web-{19F131CF-1FBB-4F10-AF0A-D9BF6E3CCFCC}" dt="2018-04-27T15:46:55.859" v="166"/>
          <ac:spMkLst>
            <pc:docMk/>
            <pc:sldMk cId="823976831" sldId="317"/>
            <ac:spMk id="3" creationId="{4F88A217-9886-4DC9-86C3-556AAF4AC628}"/>
          </ac:spMkLst>
        </pc:spChg>
      </pc:sldChg>
      <pc:sldChg chg="addSp delSp modSp new ord">
        <pc:chgData name="Ciubotariu Florin-Constantin" userId="1a9f14f2b927e270" providerId="Windows Live" clId="Web-{19F131CF-1FBB-4F10-AF0A-D9BF6E3CCFCC}" dt="2018-04-27T15:47:37.078" v="191"/>
        <pc:sldMkLst>
          <pc:docMk/>
          <pc:sldMk cId="1472844735" sldId="318"/>
        </pc:sldMkLst>
        <pc:spChg chg="mod">
          <ac:chgData name="Ciubotariu Florin-Constantin" userId="1a9f14f2b927e270" providerId="Windows Live" clId="Web-{19F131CF-1FBB-4F10-AF0A-D9BF6E3CCFCC}" dt="2018-04-27T15:47:20.906" v="179"/>
          <ac:spMkLst>
            <pc:docMk/>
            <pc:sldMk cId="1472844735" sldId="318"/>
            <ac:spMk id="2" creationId="{89EED180-808F-4C93-B7A7-3D27510C18A6}"/>
          </ac:spMkLst>
        </pc:spChg>
        <pc:spChg chg="del mod">
          <ac:chgData name="Ciubotariu Florin-Constantin" userId="1a9f14f2b927e270" providerId="Windows Live" clId="Web-{19F131CF-1FBB-4F10-AF0A-D9BF6E3CCFCC}" dt="2018-04-27T15:47:30" v="187"/>
          <ac:spMkLst>
            <pc:docMk/>
            <pc:sldMk cId="1472844735" sldId="318"/>
            <ac:spMk id="3" creationId="{51697B45-7B9D-4D9F-981A-433C20FE105F}"/>
          </ac:spMkLst>
        </pc:spChg>
        <pc:picChg chg="add mod ord">
          <ac:chgData name="Ciubotariu Florin-Constantin" userId="1a9f14f2b927e270" providerId="Windows Live" clId="Web-{19F131CF-1FBB-4F10-AF0A-D9BF6E3CCFCC}" dt="2018-04-27T15:47:37.078" v="191"/>
          <ac:picMkLst>
            <pc:docMk/>
            <pc:sldMk cId="1472844735" sldId="318"/>
            <ac:picMk id="4" creationId="{326A98A6-332A-4C3F-AB4D-DDF4C5F24AA1}"/>
          </ac:picMkLst>
        </pc:picChg>
      </pc:sldChg>
      <pc:sldChg chg="addSp delSp modSp new">
        <pc:chgData name="Ciubotariu Florin-Constantin" userId="1a9f14f2b927e270" providerId="Windows Live" clId="Web-{19F131CF-1FBB-4F10-AF0A-D9BF6E3CCFCC}" dt="2018-04-27T15:48:20.453" v="205"/>
        <pc:sldMkLst>
          <pc:docMk/>
          <pc:sldMk cId="811759741" sldId="319"/>
        </pc:sldMkLst>
        <pc:spChg chg="mod">
          <ac:chgData name="Ciubotariu Florin-Constantin" userId="1a9f14f2b927e270" providerId="Windows Live" clId="Web-{19F131CF-1FBB-4F10-AF0A-D9BF6E3CCFCC}" dt="2018-04-27T15:48:11.875" v="198"/>
          <ac:spMkLst>
            <pc:docMk/>
            <pc:sldMk cId="811759741" sldId="319"/>
            <ac:spMk id="2" creationId="{EDADC539-B040-4840-80BF-459A83F05507}"/>
          </ac:spMkLst>
        </pc:spChg>
        <pc:spChg chg="del">
          <ac:chgData name="Ciubotariu Florin-Constantin" userId="1a9f14f2b927e270" providerId="Windows Live" clId="Web-{19F131CF-1FBB-4F10-AF0A-D9BF6E3CCFCC}" dt="2018-04-27T15:48:08.688" v="193"/>
          <ac:spMkLst>
            <pc:docMk/>
            <pc:sldMk cId="811759741" sldId="319"/>
            <ac:spMk id="3" creationId="{0A71219E-5774-4D3E-8F34-414F0EB4AD6D}"/>
          </ac:spMkLst>
        </pc:spChg>
        <pc:picChg chg="add mod ord">
          <ac:chgData name="Ciubotariu Florin-Constantin" userId="1a9f14f2b927e270" providerId="Windows Live" clId="Web-{19F131CF-1FBB-4F10-AF0A-D9BF6E3CCFCC}" dt="2018-04-27T15:48:20.453" v="205"/>
          <ac:picMkLst>
            <pc:docMk/>
            <pc:sldMk cId="811759741" sldId="319"/>
            <ac:picMk id="4" creationId="{7693362E-F3AA-48B8-AF09-3F373C5223E6}"/>
          </ac:picMkLst>
        </pc:picChg>
      </pc:sldChg>
      <pc:sldChg chg="modSp new">
        <pc:chgData name="Ciubotariu Florin-Constantin" userId="1a9f14f2b927e270" providerId="Windows Live" clId="Web-{19F131CF-1FBB-4F10-AF0A-D9BF6E3CCFCC}" dt="2018-04-27T15:50:36.704" v="275"/>
        <pc:sldMkLst>
          <pc:docMk/>
          <pc:sldMk cId="743726727" sldId="320"/>
        </pc:sldMkLst>
        <pc:spChg chg="mod">
          <ac:chgData name="Ciubotariu Florin-Constantin" userId="1a9f14f2b927e270" providerId="Windows Live" clId="Web-{19F131CF-1FBB-4F10-AF0A-D9BF6E3CCFCC}" dt="2018-04-27T15:49:47.517" v="227"/>
          <ac:spMkLst>
            <pc:docMk/>
            <pc:sldMk cId="743726727" sldId="320"/>
            <ac:spMk id="2" creationId="{4CD1BBC1-73AD-45D5-A4CA-22598CB4BBB8}"/>
          </ac:spMkLst>
        </pc:spChg>
        <pc:spChg chg="mod">
          <ac:chgData name="Ciubotariu Florin-Constantin" userId="1a9f14f2b927e270" providerId="Windows Live" clId="Web-{19F131CF-1FBB-4F10-AF0A-D9BF6E3CCFCC}" dt="2018-04-27T15:50:36.704" v="275"/>
          <ac:spMkLst>
            <pc:docMk/>
            <pc:sldMk cId="743726727" sldId="320"/>
            <ac:spMk id="3" creationId="{203968EF-37C6-45AF-9B2A-EF579AE12845}"/>
          </ac:spMkLst>
        </pc:spChg>
      </pc:sldChg>
      <pc:sldChg chg="modSp new">
        <pc:chgData name="Ciubotariu Florin-Constantin" userId="1a9f14f2b927e270" providerId="Windows Live" clId="Web-{19F131CF-1FBB-4F10-AF0A-D9BF6E3CCFCC}" dt="2018-04-27T15:53:33.362" v="357"/>
        <pc:sldMkLst>
          <pc:docMk/>
          <pc:sldMk cId="2952025650" sldId="321"/>
        </pc:sldMkLst>
        <pc:spChg chg="mod">
          <ac:chgData name="Ciubotariu Florin-Constantin" userId="1a9f14f2b927e270" providerId="Windows Live" clId="Web-{19F131CF-1FBB-4F10-AF0A-D9BF6E3CCFCC}" dt="2018-04-27T15:53:33.362" v="357"/>
          <ac:spMkLst>
            <pc:docMk/>
            <pc:sldMk cId="2952025650" sldId="321"/>
            <ac:spMk id="2" creationId="{D0DBF7B3-8D26-499A-8AA0-0F7A31360B52}"/>
          </ac:spMkLst>
        </pc:spChg>
        <pc:spChg chg="mod">
          <ac:chgData name="Ciubotariu Florin-Constantin" userId="1a9f14f2b927e270" providerId="Windows Live" clId="Web-{19F131CF-1FBB-4F10-AF0A-D9BF6E3CCFCC}" dt="2018-04-27T15:53:23.752" v="355"/>
          <ac:spMkLst>
            <pc:docMk/>
            <pc:sldMk cId="2952025650" sldId="321"/>
            <ac:spMk id="3" creationId="{DB817E64-B104-4D0F-8AC5-A13BB4A0E507}"/>
          </ac:spMkLst>
        </pc:spChg>
      </pc:sldChg>
      <pc:sldChg chg="modSp add replId">
        <pc:chgData name="Ciubotariu Florin-Constantin" userId="1a9f14f2b927e270" providerId="Windows Live" clId="Web-{19F131CF-1FBB-4F10-AF0A-D9BF6E3CCFCC}" dt="2018-04-27T15:55:17.394" v="393"/>
        <pc:sldMkLst>
          <pc:docMk/>
          <pc:sldMk cId="2456535803" sldId="322"/>
        </pc:sldMkLst>
        <pc:spChg chg="mod">
          <ac:chgData name="Ciubotariu Florin-Constantin" userId="1a9f14f2b927e270" providerId="Windows Live" clId="Web-{19F131CF-1FBB-4F10-AF0A-D9BF6E3CCFCC}" dt="2018-04-27T15:54:46.628" v="367"/>
          <ac:spMkLst>
            <pc:docMk/>
            <pc:sldMk cId="2456535803" sldId="322"/>
            <ac:spMk id="2" creationId="{D0DBF7B3-8D26-499A-8AA0-0F7A31360B52}"/>
          </ac:spMkLst>
        </pc:spChg>
        <pc:spChg chg="mod">
          <ac:chgData name="Ciubotariu Florin-Constantin" userId="1a9f14f2b927e270" providerId="Windows Live" clId="Web-{19F131CF-1FBB-4F10-AF0A-D9BF6E3CCFCC}" dt="2018-04-27T15:55:17.394" v="393"/>
          <ac:spMkLst>
            <pc:docMk/>
            <pc:sldMk cId="2456535803" sldId="322"/>
            <ac:spMk id="3" creationId="{DB817E64-B104-4D0F-8AC5-A13BB4A0E507}"/>
          </ac:spMkLst>
        </pc:spChg>
      </pc:sldChg>
      <pc:sldChg chg="modSp new">
        <pc:chgData name="Ciubotariu Florin-Constantin" userId="1a9f14f2b927e270" providerId="Windows Live" clId="Web-{19F131CF-1FBB-4F10-AF0A-D9BF6E3CCFCC}" dt="2018-04-27T15:58:28.349" v="495"/>
        <pc:sldMkLst>
          <pc:docMk/>
          <pc:sldMk cId="3539839537" sldId="323"/>
        </pc:sldMkLst>
        <pc:spChg chg="mod">
          <ac:chgData name="Ciubotariu Florin-Constantin" userId="1a9f14f2b927e270" providerId="Windows Live" clId="Web-{19F131CF-1FBB-4F10-AF0A-D9BF6E3CCFCC}" dt="2018-04-27T15:57:38.879" v="400"/>
          <ac:spMkLst>
            <pc:docMk/>
            <pc:sldMk cId="3539839537" sldId="323"/>
            <ac:spMk id="2" creationId="{B17581AC-3185-4146-8E4D-5E9584CE5B2B}"/>
          </ac:spMkLst>
        </pc:spChg>
        <pc:spChg chg="mod">
          <ac:chgData name="Ciubotariu Florin-Constantin" userId="1a9f14f2b927e270" providerId="Windows Live" clId="Web-{19F131CF-1FBB-4F10-AF0A-D9BF6E3CCFCC}" dt="2018-04-27T15:58:28.349" v="495"/>
          <ac:spMkLst>
            <pc:docMk/>
            <pc:sldMk cId="3539839537" sldId="323"/>
            <ac:spMk id="3" creationId="{87F22631-7A4C-47A3-8035-EBC7AA1A930F}"/>
          </ac:spMkLst>
        </pc:spChg>
      </pc:sldChg>
      <pc:sldChg chg="modSp add replId">
        <pc:chgData name="Ciubotariu Florin-Constantin" userId="1a9f14f2b927e270" providerId="Windows Live" clId="Web-{19F131CF-1FBB-4F10-AF0A-D9BF6E3CCFCC}" dt="2018-04-27T15:59:47.303" v="627"/>
        <pc:sldMkLst>
          <pc:docMk/>
          <pc:sldMk cId="303934982" sldId="324"/>
        </pc:sldMkLst>
        <pc:spChg chg="mod">
          <ac:chgData name="Ciubotariu Florin-Constantin" userId="1a9f14f2b927e270" providerId="Windows Live" clId="Web-{19F131CF-1FBB-4F10-AF0A-D9BF6E3CCFCC}" dt="2018-04-27T15:59:47.303" v="627"/>
          <ac:spMkLst>
            <pc:docMk/>
            <pc:sldMk cId="303934982" sldId="324"/>
            <ac:spMk id="3" creationId="{87F22631-7A4C-47A3-8035-EBC7AA1A930F}"/>
          </ac:spMkLst>
        </pc:spChg>
      </pc:sldChg>
      <pc:sldChg chg="addSp delSp modSp new">
        <pc:chgData name="Ciubotariu Florin-Constantin" userId="1a9f14f2b927e270" providerId="Windows Live" clId="Web-{19F131CF-1FBB-4F10-AF0A-D9BF6E3CCFCC}" dt="2018-04-27T16:00:01.646" v="638"/>
        <pc:sldMkLst>
          <pc:docMk/>
          <pc:sldMk cId="2916871099" sldId="325"/>
        </pc:sldMkLst>
        <pc:spChg chg="mod">
          <ac:chgData name="Ciubotariu Florin-Constantin" userId="1a9f14f2b927e270" providerId="Windows Live" clId="Web-{19F131CF-1FBB-4F10-AF0A-D9BF6E3CCFCC}" dt="2018-04-27T15:59:53.506" v="632"/>
          <ac:spMkLst>
            <pc:docMk/>
            <pc:sldMk cId="2916871099" sldId="325"/>
            <ac:spMk id="2" creationId="{692E796B-8DDF-4271-9CF2-2BA04BC728C2}"/>
          </ac:spMkLst>
        </pc:spChg>
        <pc:spChg chg="del">
          <ac:chgData name="Ciubotariu Florin-Constantin" userId="1a9f14f2b927e270" providerId="Windows Live" clId="Web-{19F131CF-1FBB-4F10-AF0A-D9BF6E3CCFCC}" dt="2018-04-27T15:59:56.990" v="635"/>
          <ac:spMkLst>
            <pc:docMk/>
            <pc:sldMk cId="2916871099" sldId="325"/>
            <ac:spMk id="3" creationId="{10EAE509-083F-47F6-BE85-BB5044EC87E5}"/>
          </ac:spMkLst>
        </pc:spChg>
        <pc:picChg chg="add mod ord">
          <ac:chgData name="Ciubotariu Florin-Constantin" userId="1a9f14f2b927e270" providerId="Windows Live" clId="Web-{19F131CF-1FBB-4F10-AF0A-D9BF6E3CCFCC}" dt="2018-04-27T16:00:01.646" v="638"/>
          <ac:picMkLst>
            <pc:docMk/>
            <pc:sldMk cId="2916871099" sldId="325"/>
            <ac:picMk id="4" creationId="{CD5BA932-A7AE-4DB0-963C-18B28C89AC01}"/>
          </ac:picMkLst>
        </pc:picChg>
      </pc:sldChg>
      <pc:sldChg chg="modSp new">
        <pc:chgData name="Ciubotariu Florin-Constantin" userId="1a9f14f2b927e270" providerId="Windows Live" clId="Web-{19F131CF-1FBB-4F10-AF0A-D9BF6E3CCFCC}" dt="2018-04-27T16:02:08.428" v="704"/>
        <pc:sldMkLst>
          <pc:docMk/>
          <pc:sldMk cId="3316863776" sldId="326"/>
        </pc:sldMkLst>
        <pc:spChg chg="mod">
          <ac:chgData name="Ciubotariu Florin-Constantin" userId="1a9f14f2b927e270" providerId="Windows Live" clId="Web-{19F131CF-1FBB-4F10-AF0A-D9BF6E3CCFCC}" dt="2018-04-27T16:00:50.709" v="658"/>
          <ac:spMkLst>
            <pc:docMk/>
            <pc:sldMk cId="3316863776" sldId="326"/>
            <ac:spMk id="2" creationId="{22B2A3D3-3747-4F80-A7ED-2949A9442432}"/>
          </ac:spMkLst>
        </pc:spChg>
        <pc:spChg chg="mod">
          <ac:chgData name="Ciubotariu Florin-Constantin" userId="1a9f14f2b927e270" providerId="Windows Live" clId="Web-{19F131CF-1FBB-4F10-AF0A-D9BF6E3CCFCC}" dt="2018-04-27T16:02:08.428" v="704"/>
          <ac:spMkLst>
            <pc:docMk/>
            <pc:sldMk cId="3316863776" sldId="326"/>
            <ac:spMk id="3" creationId="{AEE287A2-CEE6-424B-BD9C-80FC2A733EC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0ACFA4-361F-4CE1-8E31-D2599FC815E7}" type="datetimeFigureOut">
              <a:rPr lang="en-US" smtClean="0"/>
              <a:t>4/29/2018</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a:ln>
            <a:solidFill>
              <a:schemeClr val="bg1"/>
            </a:solidFill>
          </a:ln>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14834B-C137-4C7F-815C-5C69FAF03303}" type="slidenum">
              <a:rPr lang="en-US" smtClean="0"/>
              <a:t>‹#›</a:t>
            </a:fld>
            <a:endParaRPr lang="en-US"/>
          </a:p>
        </p:txBody>
      </p:sp>
    </p:spTree>
    <p:extLst>
      <p:ext uri="{BB962C8B-B14F-4D97-AF65-F5344CB8AC3E}">
        <p14:creationId xmlns:p14="http://schemas.microsoft.com/office/powerpoint/2010/main" val="76032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u diapozitiv">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ro-RO" dirty="0"/>
              <a:t>Faceți clic pentru a edita stilul de titlu coordonator</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o-RO" dirty="0"/>
              <a:t>Faceți clic pentru a edita stilul de subtitlu coordonator</a:t>
            </a:r>
            <a:endParaRPr lang="en-US" dirty="0"/>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2439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Faceți clic pentru a edita stilul de titlu coordonator</a:t>
            </a:r>
            <a:endParaRPr lang="en-US" dirty="0"/>
          </a:p>
        </p:txBody>
      </p:sp>
      <p:sp>
        <p:nvSpPr>
          <p:cNvPr id="3" name="Content Placeholder 2"/>
          <p:cNvSpPr>
            <a:spLocks noGrp="1"/>
          </p:cNvSpPr>
          <p:nvPr>
            <p:ph idx="1"/>
          </p:nvPr>
        </p:nvSpPr>
        <p:spPr/>
        <p:txBody>
          <a:bodyPr anchor="ct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65890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ntet secțiune">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ro-RO" dirty="0"/>
              <a:t>Faceți clic pentru a edita stilul de titlu coordonator</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331483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Faceți clic pentru a edita stilul de titlu coordonator</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5" name="Date Placeholder 4"/>
          <p:cNvSpPr>
            <a:spLocks noGrp="1"/>
          </p:cNvSpPr>
          <p:nvPr>
            <p:ph type="dt" sz="half" idx="10"/>
          </p:nvPr>
        </p:nvSpPr>
        <p:spPr/>
        <p:txBody>
          <a:bodyPr/>
          <a:lstStyle/>
          <a:p>
            <a:fld id="{7363E8AD-4F80-492A-97A9-79DD5BB5D54F}" type="datetimeFigureOut">
              <a:rPr lang="ro-RO" smtClean="0"/>
              <a:t>29.04.2018</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2213618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ț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o-RO" dirty="0"/>
              <a:t>Faceți clic pentru a edita stilul de titlu coordonator</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dirty="0"/>
              <a:t>Editați stilurile de text coordonator</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o-RO" dirty="0"/>
              <a:t>Editați stilurile de text coordonator</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7" name="Date Placeholder 6"/>
          <p:cNvSpPr>
            <a:spLocks noGrp="1"/>
          </p:cNvSpPr>
          <p:nvPr>
            <p:ph type="dt" sz="half" idx="10"/>
          </p:nvPr>
        </p:nvSpPr>
        <p:spPr/>
        <p:txBody>
          <a:bodyPr/>
          <a:lstStyle/>
          <a:p>
            <a:fld id="{7363E8AD-4F80-492A-97A9-79DD5BB5D54F}" type="datetimeFigureOut">
              <a:rPr lang="ro-RO" smtClean="0"/>
              <a:t>29.04.2018</a:t>
            </a:fld>
            <a:endParaRPr lang="ro-RO"/>
          </a:p>
        </p:txBody>
      </p:sp>
      <p:sp>
        <p:nvSpPr>
          <p:cNvPr id="8" name="Footer Placeholder 7"/>
          <p:cNvSpPr>
            <a:spLocks noGrp="1"/>
          </p:cNvSpPr>
          <p:nvPr>
            <p:ph type="ftr" sz="quarter" idx="11"/>
          </p:nvPr>
        </p:nvSpPr>
        <p:spPr/>
        <p:txBody>
          <a:bodyPr/>
          <a:lstStyle/>
          <a:p>
            <a:endParaRPr lang="ro-RO"/>
          </a:p>
        </p:txBody>
      </p:sp>
      <p:sp>
        <p:nvSpPr>
          <p:cNvPr id="9" name="Slide Number Placeholder 8"/>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941041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Doar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Faceți clic pentru a edita stilul de titlu coordonator</a:t>
            </a:r>
            <a:endParaRPr lang="en-US" dirty="0"/>
          </a:p>
        </p:txBody>
      </p:sp>
      <p:sp>
        <p:nvSpPr>
          <p:cNvPr id="3" name="Date Placeholder 2"/>
          <p:cNvSpPr>
            <a:spLocks noGrp="1"/>
          </p:cNvSpPr>
          <p:nvPr>
            <p:ph type="dt" sz="half" idx="10"/>
          </p:nvPr>
        </p:nvSpPr>
        <p:spPr/>
        <p:txBody>
          <a:bodyPr/>
          <a:lstStyle/>
          <a:p>
            <a:fld id="{7363E8AD-4F80-492A-97A9-79DD5BB5D54F}" type="datetimeFigureOut">
              <a:rPr lang="ro-RO" smtClean="0"/>
              <a:t>29.04.2018</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831642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Necompleta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63E8AD-4F80-492A-97A9-79DD5BB5D54F}" type="datetimeFigureOut">
              <a:rPr lang="ro-RO" smtClean="0"/>
              <a:t>29.04.2018</a:t>
            </a:fld>
            <a:endParaRPr lang="ro-RO"/>
          </a:p>
        </p:txBody>
      </p:sp>
      <p:sp>
        <p:nvSpPr>
          <p:cNvPr id="3" name="Footer Placeholder 2"/>
          <p:cNvSpPr>
            <a:spLocks noGrp="1"/>
          </p:cNvSpPr>
          <p:nvPr>
            <p:ph type="ftr" sz="quarter" idx="11"/>
          </p:nvPr>
        </p:nvSpPr>
        <p:spPr/>
        <p:txBody>
          <a:bodyPr/>
          <a:lstStyle/>
          <a:p>
            <a:endParaRPr lang="ro-RO"/>
          </a:p>
        </p:txBody>
      </p:sp>
      <p:sp>
        <p:nvSpPr>
          <p:cNvPr id="4" name="Slide Number Placeholder 3"/>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148601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ro-RO" dirty="0"/>
              <a:t>Faceți clic pentru a edita stilul de titlu coordonator</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dirty="0"/>
              <a:t>Editați stilurile de text coordonator</a:t>
            </a:r>
          </a:p>
        </p:txBody>
      </p:sp>
      <p:sp>
        <p:nvSpPr>
          <p:cNvPr id="5" name="Date Placeholder 4"/>
          <p:cNvSpPr>
            <a:spLocks noGrp="1"/>
          </p:cNvSpPr>
          <p:nvPr>
            <p:ph type="dt" sz="half" idx="10"/>
          </p:nvPr>
        </p:nvSpPr>
        <p:spPr/>
        <p:txBody>
          <a:bodyPr/>
          <a:lstStyle/>
          <a:p>
            <a:fld id="{7363E8AD-4F80-492A-97A9-79DD5BB5D54F}" type="datetimeFigureOut">
              <a:rPr lang="ro-RO" smtClean="0"/>
              <a:t>29.04.2018</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02415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ro-RO" dirty="0"/>
              <a:t>Faceți clic pentru a edita stilul de titlu coordonator</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o-RO"/>
              <a:t>Faceți clic pe pictogramă pentru a adăuga o imagine</a:t>
            </a:r>
            <a:endParaRPr lang="en-US"/>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o-RO" dirty="0"/>
              <a:t>Editați stilurile de text coordonator</a:t>
            </a:r>
          </a:p>
        </p:txBody>
      </p:sp>
      <p:sp>
        <p:nvSpPr>
          <p:cNvPr id="5" name="Date Placeholder 4"/>
          <p:cNvSpPr>
            <a:spLocks noGrp="1"/>
          </p:cNvSpPr>
          <p:nvPr>
            <p:ph type="dt" sz="half" idx="10"/>
          </p:nvPr>
        </p:nvSpPr>
        <p:spPr/>
        <p:txBody>
          <a:bodyPr/>
          <a:lstStyle/>
          <a:p>
            <a:fld id="{7363E8AD-4F80-492A-97A9-79DD5BB5D54F}" type="datetimeFigureOut">
              <a:rPr lang="ro-RO" smtClean="0"/>
              <a:t>29.04.2018</a:t>
            </a:fld>
            <a:endParaRPr lang="ro-RO"/>
          </a:p>
        </p:txBody>
      </p:sp>
      <p:sp>
        <p:nvSpPr>
          <p:cNvPr id="6" name="Footer Placeholder 5"/>
          <p:cNvSpPr>
            <a:spLocks noGrp="1"/>
          </p:cNvSpPr>
          <p:nvPr>
            <p:ph type="ftr" sz="quarter" idx="11"/>
          </p:nvPr>
        </p:nvSpPr>
        <p:spPr/>
        <p:txBody>
          <a:bodyPr/>
          <a:lstStyle/>
          <a:p>
            <a:endParaRPr lang="ro-RO"/>
          </a:p>
        </p:txBody>
      </p:sp>
      <p:sp>
        <p:nvSpPr>
          <p:cNvPr id="7" name="Slide Number Placeholder 6"/>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730780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ine panoramică cu legend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o-RO" dirty="0"/>
              <a:t>Faceți clic pentru a edita stilul de titlu coordonator</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o-RO"/>
              <a:t>Faceți clic pe pictogramă pentru a adăuga o imagine</a:t>
            </a:r>
            <a:endParaRPr lang="en-US"/>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o-RO" dirty="0"/>
              <a:t>Editați stilurile de text coordonator</a:t>
            </a:r>
          </a:p>
        </p:txBody>
      </p:sp>
      <p:sp>
        <p:nvSpPr>
          <p:cNvPr id="3" name="Date Placeholder 2"/>
          <p:cNvSpPr>
            <a:spLocks noGrp="1"/>
          </p:cNvSpPr>
          <p:nvPr>
            <p:ph type="dt" sz="half" idx="10"/>
          </p:nvPr>
        </p:nvSpPr>
        <p:spPr/>
        <p:txBody>
          <a:bodyPr/>
          <a:lstStyle/>
          <a:p>
            <a:fld id="{7363E8AD-4F80-492A-97A9-79DD5BB5D54F}" type="datetimeFigureOut">
              <a:rPr lang="ro-RO" smtClean="0"/>
              <a:t>29.04.2018</a:t>
            </a:fld>
            <a:endParaRPr lang="ro-RO"/>
          </a:p>
        </p:txBody>
      </p:sp>
      <p:sp>
        <p:nvSpPr>
          <p:cNvPr id="4" name="Footer Placeholder 3"/>
          <p:cNvSpPr>
            <a:spLocks noGrp="1"/>
          </p:cNvSpPr>
          <p:nvPr>
            <p:ph type="ftr" sz="quarter" idx="11"/>
          </p:nvPr>
        </p:nvSpPr>
        <p:spPr/>
        <p:txBody>
          <a:bodyPr/>
          <a:lstStyle/>
          <a:p>
            <a:endParaRPr lang="ro-RO"/>
          </a:p>
        </p:txBody>
      </p:sp>
      <p:sp>
        <p:nvSpPr>
          <p:cNvPr id="5" name="Slide Number Placeholder 4"/>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794770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u și legendă">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ro-RO" dirty="0"/>
              <a:t>Faceți clic pentru a edita stilul de titlu coordonator</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216751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 cu legendă">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ro-RO" dirty="0"/>
              <a:t>Faceți clic pentru a edita stilul de titlu coordonator</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o-RO" dirty="0"/>
              <a:t>Editați stilurile de text coordonator</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4259617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de vizită">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ro-RO" dirty="0"/>
              <a:t>Faceți clic pentru a edita stilul de titlu coordonator</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825372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t carte de vizită">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ro-RO" dirty="0"/>
              <a:t>Faceți clic pentru a edita stilul de titlu coordonator</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o-RO" dirty="0"/>
              <a:t>Editați stilurile de text coordonator</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3766434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devărat sau fals">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ro-RO" dirty="0"/>
              <a:t>Faceți clic pentru a edita stilul de titlu coordonator</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o-RO" dirty="0"/>
              <a:t>Editați stilurile de text coordonator</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o-RO" dirty="0"/>
              <a:t>Editați stilurile de text coordonator</a:t>
            </a:r>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12633346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ro-RO" dirty="0"/>
              <a:t>Faceți clic pentru a edita stilul de titlu coordonator</a:t>
            </a:r>
            <a:endParaRPr lang="en-US" dirty="0"/>
          </a:p>
        </p:txBody>
      </p:sp>
      <p:sp>
        <p:nvSpPr>
          <p:cNvPr id="3" name="Vertical Text Placeholder 2"/>
          <p:cNvSpPr>
            <a:spLocks noGrp="1"/>
          </p:cNvSpPr>
          <p:nvPr>
            <p:ph type="body" orient="vert" idx="1"/>
          </p:nvPr>
        </p:nvSpPr>
        <p:spPr/>
        <p:txBody>
          <a:bodyPr vert="eaVert" anchor="t"/>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3255341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ro-RO" dirty="0"/>
              <a:t>Faceți clic pentru a edita stilul de titlu coordonator</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Date Placeholder 3"/>
          <p:cNvSpPr>
            <a:spLocks noGrp="1"/>
          </p:cNvSpPr>
          <p:nvPr>
            <p:ph type="dt" sz="half" idx="10"/>
          </p:nvPr>
        </p:nvSpPr>
        <p:spPr/>
        <p:txBody>
          <a:bodyPr/>
          <a:lstStyle/>
          <a:p>
            <a:fld id="{7363E8AD-4F80-492A-97A9-79DD5BB5D54F}" type="datetimeFigureOut">
              <a:rPr lang="ro-RO" smtClean="0"/>
              <a:t>29.04.2018</a:t>
            </a:fld>
            <a:endParaRPr lang="ro-RO"/>
          </a:p>
        </p:txBody>
      </p:sp>
      <p:sp>
        <p:nvSpPr>
          <p:cNvPr id="5" name="Footer Placeholder 4"/>
          <p:cNvSpPr>
            <a:spLocks noGrp="1"/>
          </p:cNvSpPr>
          <p:nvPr>
            <p:ph type="ftr" sz="quarter" idx="11"/>
          </p:nvPr>
        </p:nvSpPr>
        <p:spPr/>
        <p:txBody>
          <a:bodyPr/>
          <a:lstStyle/>
          <a:p>
            <a:endParaRPr lang="ro-RO"/>
          </a:p>
        </p:txBody>
      </p:sp>
      <p:sp>
        <p:nvSpPr>
          <p:cNvPr id="6" name="Slide Number Placeholder 5"/>
          <p:cNvSpPr>
            <a:spLocks noGrp="1"/>
          </p:cNvSpPr>
          <p:nvPr>
            <p:ph type="sldNum" sz="quarter" idx="12"/>
          </p:nvPr>
        </p:nvSpPr>
        <p:spPr/>
        <p:txBody>
          <a:bodyPr/>
          <a:lstStyle/>
          <a:p>
            <a:fld id="{0B6C7AF6-F5DD-4AA3-9281-1BCA95A92161}" type="slidenum">
              <a:rPr lang="ro-RO" smtClean="0"/>
              <a:t>‹#›</a:t>
            </a:fld>
            <a:endParaRPr lang="ro-RO"/>
          </a:p>
        </p:txBody>
      </p:sp>
    </p:spTree>
    <p:extLst>
      <p:ext uri="{BB962C8B-B14F-4D97-AF65-F5344CB8AC3E}">
        <p14:creationId xmlns:p14="http://schemas.microsoft.com/office/powerpoint/2010/main" val="219768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ro-RO" dirty="0"/>
              <a:t>Faceți clic pentru a edita stilul de titlu coordonator</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ro-RO" dirty="0"/>
              <a:t>Editați stilurile de text coordonator</a:t>
            </a:r>
          </a:p>
          <a:p>
            <a:pPr lvl="1"/>
            <a:r>
              <a:rPr lang="ro-RO" dirty="0"/>
              <a:t>Al doilea nivel</a:t>
            </a:r>
          </a:p>
          <a:p>
            <a:pPr lvl="2"/>
            <a:r>
              <a:rPr lang="ro-RO" dirty="0"/>
              <a:t>Al treilea nivel</a:t>
            </a:r>
          </a:p>
          <a:p>
            <a:pPr lvl="3"/>
            <a:r>
              <a:rPr lang="ro-RO" dirty="0"/>
              <a:t>Al patrulea nivel</a:t>
            </a:r>
          </a:p>
          <a:p>
            <a:pPr lvl="4"/>
            <a:r>
              <a:rPr lang="ro-RO" dirty="0"/>
              <a:t>Al cincilea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7363E8AD-4F80-492A-97A9-79DD5BB5D54F}" type="datetimeFigureOut">
              <a:rPr lang="ro-RO" smtClean="0"/>
              <a:t>29.04.2018</a:t>
            </a:fld>
            <a:endParaRPr lang="ro-RO"/>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ro-RO"/>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0B6C7AF6-F5DD-4AA3-9281-1BCA95A92161}" type="slidenum">
              <a:rPr lang="ro-RO" smtClean="0"/>
              <a:t>‹#›</a:t>
            </a:fld>
            <a:endParaRPr lang="ro-RO"/>
          </a:p>
        </p:txBody>
      </p:sp>
      <p:pic>
        <p:nvPicPr>
          <p:cNvPr id="14" name="Picture 13"/>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10531098" y="5416337"/>
            <a:ext cx="1660902" cy="1441663"/>
          </a:xfrm>
          <a:prstGeom prst="rect">
            <a:avLst/>
          </a:prstGeom>
        </p:spPr>
      </p:pic>
    </p:spTree>
    <p:extLst>
      <p:ext uri="{BB962C8B-B14F-4D97-AF65-F5344CB8AC3E}">
        <p14:creationId xmlns:p14="http://schemas.microsoft.com/office/powerpoint/2010/main" val="2453937182"/>
      </p:ext>
    </p:extLst>
  </p:cSld>
  <p:clrMap bg1="dk1" tx1="lt1" bg2="dk2" tx2="lt2" accent1="accent1" accent2="accent2" accent3="accent3" accent4="accent4" accent5="accent5" accent6="accent6" hlink="hlink" folHlink="folHlink"/>
  <p:sldLayoutIdLst>
    <p:sldLayoutId id="2147484763" r:id="rId1"/>
    <p:sldLayoutId id="2147484764" r:id="rId2"/>
    <p:sldLayoutId id="2147484765" r:id="rId3"/>
    <p:sldLayoutId id="2147484766" r:id="rId4"/>
    <p:sldLayoutId id="2147484767" r:id="rId5"/>
    <p:sldLayoutId id="2147484768" r:id="rId6"/>
    <p:sldLayoutId id="2147484769" r:id="rId7"/>
    <p:sldLayoutId id="2147484770" r:id="rId8"/>
    <p:sldLayoutId id="2147484771" r:id="rId9"/>
    <p:sldLayoutId id="2147484772" r:id="rId10"/>
    <p:sldLayoutId id="2147484773" r:id="rId11"/>
    <p:sldLayoutId id="2147484774" r:id="rId12"/>
    <p:sldLayoutId id="2147484775" r:id="rId13"/>
    <p:sldLayoutId id="2147484776" r:id="rId14"/>
    <p:sldLayoutId id="2147484777" r:id="rId15"/>
    <p:sldLayoutId id="2147484778" r:id="rId16"/>
    <p:sldLayoutId id="214748477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a:normAutofit/>
          </a:bodyPr>
          <a:lstStyle/>
          <a:p>
            <a:r>
              <a:rPr lang="ro-RO"/>
              <a:t>ASP.NET Core,</a:t>
            </a:r>
            <a:br>
              <a:rPr lang="en-US" dirty="0">
                <a:latin typeface="+mj-ea"/>
                <a:cs typeface="+mj-ea"/>
              </a:rPr>
            </a:br>
            <a:r>
              <a:rPr lang="ro-RO" err="1"/>
              <a:t>PEEk</a:t>
            </a:r>
            <a:r>
              <a:rPr lang="ro-RO"/>
              <a:t> </a:t>
            </a:r>
            <a:r>
              <a:rPr lang="ro-RO" err="1"/>
              <a:t>into</a:t>
            </a:r>
            <a:r>
              <a:rPr lang="ro-RO"/>
              <a:t> </a:t>
            </a:r>
            <a:r>
              <a:rPr lang="ro-RO" err="1"/>
              <a:t>the</a:t>
            </a:r>
            <a:r>
              <a:rPr lang="ro-RO"/>
              <a:t> </a:t>
            </a:r>
            <a:r>
              <a:rPr lang="ro-RO" err="1"/>
              <a:t>future</a:t>
            </a:r>
            <a:r>
              <a:rPr lang="ro-RO"/>
              <a:t> </a:t>
            </a:r>
          </a:p>
        </p:txBody>
      </p:sp>
      <p:sp>
        <p:nvSpPr>
          <p:cNvPr id="3" name="Subtitlu 2"/>
          <p:cNvSpPr>
            <a:spLocks noGrp="1"/>
          </p:cNvSpPr>
          <p:nvPr>
            <p:ph type="subTitle" idx="1"/>
          </p:nvPr>
        </p:nvSpPr>
        <p:spPr/>
        <p:txBody>
          <a:bodyPr/>
          <a:lstStyle/>
          <a:p>
            <a:r>
              <a:rPr lang="ro-RO" err="1"/>
              <a:t>By</a:t>
            </a:r>
            <a:r>
              <a:rPr lang="ro-RO"/>
              <a:t> Expert </a:t>
            </a:r>
            <a:r>
              <a:rPr lang="ro-RO" err="1"/>
              <a:t>Network</a:t>
            </a:r>
          </a:p>
          <a:p>
            <a:r>
              <a:rPr lang="ro-RO"/>
              <a:t>@FII Practic</a:t>
            </a:r>
          </a:p>
        </p:txBody>
      </p:sp>
    </p:spTree>
    <p:extLst>
      <p:ext uri="{BB962C8B-B14F-4D97-AF65-F5344CB8AC3E}">
        <p14:creationId xmlns:p14="http://schemas.microsoft.com/office/powerpoint/2010/main" val="2499791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Guest(S)</a:t>
            </a:r>
          </a:p>
        </p:txBody>
      </p:sp>
      <p:sp>
        <p:nvSpPr>
          <p:cNvPr id="3" name="Content Placeholder 2"/>
          <p:cNvSpPr>
            <a:spLocks noGrp="1"/>
          </p:cNvSpPr>
          <p:nvPr>
            <p:ph idx="1"/>
          </p:nvPr>
        </p:nvSpPr>
        <p:spPr/>
        <p:txBody>
          <a:bodyPr/>
          <a:lstStyle/>
          <a:p>
            <a:r>
              <a:rPr lang="en-US" i="1" dirty="0"/>
              <a:t>Nobody</a:t>
            </a:r>
          </a:p>
        </p:txBody>
      </p:sp>
    </p:spTree>
    <p:extLst>
      <p:ext uri="{BB962C8B-B14F-4D97-AF65-F5344CB8AC3E}">
        <p14:creationId xmlns:p14="http://schemas.microsoft.com/office/powerpoint/2010/main" val="2700814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01BA-FD1E-415C-880F-AF863E1E859C}"/>
              </a:ext>
            </a:extLst>
          </p:cNvPr>
          <p:cNvSpPr>
            <a:spLocks noGrp="1"/>
          </p:cNvSpPr>
          <p:nvPr>
            <p:ph type="title"/>
          </p:nvPr>
        </p:nvSpPr>
        <p:spPr/>
        <p:txBody>
          <a:bodyPr/>
          <a:lstStyle/>
          <a:p>
            <a:r>
              <a:rPr lang="en-US" dirty="0"/>
              <a:t>File uploads</a:t>
            </a:r>
          </a:p>
        </p:txBody>
      </p:sp>
      <p:sp>
        <p:nvSpPr>
          <p:cNvPr id="3" name="Content Placeholder 2">
            <a:extLst>
              <a:ext uri="{FF2B5EF4-FFF2-40B4-BE49-F238E27FC236}">
                <a16:creationId xmlns:a16="http://schemas.microsoft.com/office/drawing/2014/main" id="{037762E5-CFB2-46F3-BC91-EA785BA086A8}"/>
              </a:ext>
            </a:extLst>
          </p:cNvPr>
          <p:cNvSpPr>
            <a:spLocks noGrp="1"/>
          </p:cNvSpPr>
          <p:nvPr>
            <p:ph idx="1"/>
          </p:nvPr>
        </p:nvSpPr>
        <p:spPr/>
        <p:txBody>
          <a:bodyPr/>
          <a:lstStyle/>
          <a:p>
            <a:endParaRPr lang="en-US"/>
          </a:p>
          <a:p>
            <a:pPr>
              <a:buClr>
                <a:srgbClr val="FFFFFF"/>
              </a:buClr>
            </a:pPr>
            <a:endParaRPr lang="en-US" dirty="0"/>
          </a:p>
        </p:txBody>
      </p:sp>
    </p:spTree>
    <p:extLst>
      <p:ext uri="{BB962C8B-B14F-4D97-AF65-F5344CB8AC3E}">
        <p14:creationId xmlns:p14="http://schemas.microsoft.com/office/powerpoint/2010/main" val="139714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03D9-B5C6-40FD-B800-B1379B29DE33}"/>
              </a:ext>
            </a:extLst>
          </p:cNvPr>
          <p:cNvSpPr>
            <a:spLocks noGrp="1"/>
          </p:cNvSpPr>
          <p:nvPr>
            <p:ph type="title"/>
          </p:nvPr>
        </p:nvSpPr>
        <p:spPr/>
        <p:txBody>
          <a:bodyPr/>
          <a:lstStyle/>
          <a:p>
            <a:r>
              <a:rPr lang="en-US" dirty="0"/>
              <a:t>File upload html</a:t>
            </a:r>
          </a:p>
        </p:txBody>
      </p:sp>
      <p:sp>
        <p:nvSpPr>
          <p:cNvPr id="3" name="Content Placeholder 2">
            <a:extLst>
              <a:ext uri="{FF2B5EF4-FFF2-40B4-BE49-F238E27FC236}">
                <a16:creationId xmlns:a16="http://schemas.microsoft.com/office/drawing/2014/main" id="{BB2727EB-C90F-4BB8-A79C-72BB84521D54}"/>
              </a:ext>
            </a:extLst>
          </p:cNvPr>
          <p:cNvSpPr>
            <a:spLocks noGrp="1"/>
          </p:cNvSpPr>
          <p:nvPr>
            <p:ph idx="1"/>
          </p:nvPr>
        </p:nvSpPr>
        <p:spPr>
          <a:xfrm>
            <a:off x="684212" y="240476"/>
            <a:ext cx="10830295" cy="4634565"/>
          </a:xfrm>
        </p:spPr>
        <p:txBody>
          <a:bodyPr/>
          <a:lstStyle/>
          <a:p>
            <a:pPr>
              <a:buNone/>
            </a:pPr>
            <a:r>
              <a:rPr lang="en-US" sz="1400" dirty="0">
                <a:latin typeface="consolas"/>
              </a:rPr>
              <a:t>&lt;form method="post" </a:t>
            </a:r>
            <a:r>
              <a:rPr lang="en-US" sz="1400" dirty="0" err="1">
                <a:latin typeface="consolas"/>
              </a:rPr>
              <a:t>enctype</a:t>
            </a:r>
            <a:r>
              <a:rPr lang="en-US" sz="1400" dirty="0">
                <a:latin typeface="consolas"/>
              </a:rPr>
              <a:t>="multipart/form-data" asp-controller="</a:t>
            </a:r>
            <a:r>
              <a:rPr lang="en-US" sz="1400" dirty="0" err="1">
                <a:latin typeface="consolas"/>
              </a:rPr>
              <a:t>UploadFiles</a:t>
            </a:r>
            <a:r>
              <a:rPr lang="en-US" sz="1400" dirty="0">
                <a:latin typeface="consolas"/>
              </a:rPr>
              <a:t>" asp-action="Index"&gt; </a:t>
            </a:r>
            <a:endParaRPr lang="en-US"/>
          </a:p>
          <a:p>
            <a:pPr>
              <a:buNone/>
            </a:pPr>
            <a:r>
              <a:rPr lang="en-US" sz="1400" dirty="0">
                <a:latin typeface="consolas"/>
              </a:rPr>
              <a:t>    &lt;div class="form-group"&gt; </a:t>
            </a:r>
            <a:endParaRPr lang="en-US" dirty="0">
              <a:latin typeface="Century Gothic"/>
            </a:endParaRPr>
          </a:p>
          <a:p>
            <a:pPr>
              <a:buNone/>
            </a:pPr>
            <a:r>
              <a:rPr lang="en-US" sz="1400" dirty="0">
                <a:latin typeface="consolas"/>
              </a:rPr>
              <a:t>        &lt;div class="col-md-10"&gt; </a:t>
            </a:r>
            <a:endParaRPr lang="en-US" dirty="0">
              <a:latin typeface="Century Gothic"/>
            </a:endParaRPr>
          </a:p>
          <a:p>
            <a:pPr>
              <a:buNone/>
            </a:pPr>
            <a:r>
              <a:rPr lang="en-US" sz="1400" dirty="0">
                <a:latin typeface="consolas"/>
              </a:rPr>
              <a:t>            &lt;p&gt;Upload one or more files using this form:&lt;/p&gt; </a:t>
            </a:r>
            <a:endParaRPr lang="en-US" dirty="0">
              <a:latin typeface="Century Gothic"/>
            </a:endParaRPr>
          </a:p>
          <a:p>
            <a:pPr>
              <a:buNone/>
            </a:pPr>
            <a:r>
              <a:rPr lang="en-US" sz="1400" dirty="0">
                <a:latin typeface="consolas"/>
              </a:rPr>
              <a:t>            &lt;input type="file" name="file" /&gt; </a:t>
            </a:r>
            <a:endParaRPr lang="en-US" dirty="0">
              <a:latin typeface="Century Gothic"/>
            </a:endParaRPr>
          </a:p>
          <a:p>
            <a:pPr>
              <a:buNone/>
            </a:pPr>
            <a:r>
              <a:rPr lang="en-US" sz="1400" dirty="0">
                <a:latin typeface="consolas"/>
              </a:rPr>
              <a:t>        &lt;/div&gt; </a:t>
            </a:r>
            <a:endParaRPr lang="en-US" dirty="0">
              <a:latin typeface="Century Gothic"/>
            </a:endParaRPr>
          </a:p>
          <a:p>
            <a:pPr>
              <a:buNone/>
            </a:pPr>
            <a:r>
              <a:rPr lang="en-US" sz="1400" dirty="0">
                <a:latin typeface="consolas"/>
              </a:rPr>
              <a:t>    &lt;/div&gt; </a:t>
            </a:r>
            <a:endParaRPr lang="en-US" dirty="0">
              <a:latin typeface="Century Gothic"/>
            </a:endParaRPr>
          </a:p>
          <a:p>
            <a:pPr>
              <a:buNone/>
            </a:pPr>
            <a:r>
              <a:rPr lang="en-US" sz="1400" dirty="0">
                <a:latin typeface="consolas"/>
              </a:rPr>
              <a:t>    &lt;div class="form-group"&gt; </a:t>
            </a:r>
            <a:endParaRPr lang="en-US" dirty="0">
              <a:latin typeface="Century Gothic"/>
            </a:endParaRPr>
          </a:p>
          <a:p>
            <a:pPr>
              <a:buNone/>
            </a:pPr>
            <a:r>
              <a:rPr lang="en-US" sz="1400" dirty="0">
                <a:latin typeface="consolas"/>
              </a:rPr>
              <a:t>        &lt;div class="col-md-10"&gt; </a:t>
            </a:r>
            <a:endParaRPr lang="en-US" dirty="0">
              <a:latin typeface="Century Gothic"/>
            </a:endParaRPr>
          </a:p>
          <a:p>
            <a:pPr>
              <a:buNone/>
            </a:pPr>
            <a:r>
              <a:rPr lang="en-US" sz="1400" dirty="0">
                <a:latin typeface="consolas"/>
              </a:rPr>
              <a:t>            &lt;input type="submit" value="Upload" /&gt; </a:t>
            </a:r>
            <a:endParaRPr lang="en-US" dirty="0">
              <a:latin typeface="Century Gothic"/>
            </a:endParaRPr>
          </a:p>
          <a:p>
            <a:pPr>
              <a:buNone/>
            </a:pPr>
            <a:r>
              <a:rPr lang="en-US" sz="1400" dirty="0">
                <a:latin typeface="consolas"/>
              </a:rPr>
              <a:t>        &lt;/div&gt; </a:t>
            </a:r>
            <a:endParaRPr lang="en-US" dirty="0">
              <a:latin typeface="Century Gothic"/>
            </a:endParaRPr>
          </a:p>
          <a:p>
            <a:pPr>
              <a:buNone/>
            </a:pPr>
            <a:r>
              <a:rPr lang="en-US" sz="1400" dirty="0">
                <a:latin typeface="consolas"/>
              </a:rPr>
              <a:t>    &lt;/div&gt; </a:t>
            </a:r>
            <a:endParaRPr lang="en-US" dirty="0">
              <a:latin typeface="Century Gothic"/>
            </a:endParaRPr>
          </a:p>
          <a:p>
            <a:pPr>
              <a:buNone/>
            </a:pPr>
            <a:r>
              <a:rPr lang="en-US" sz="1400" dirty="0">
                <a:latin typeface="consolas"/>
              </a:rPr>
              <a:t>&lt;/form&gt;</a:t>
            </a:r>
            <a:endParaRPr lang="en-US" dirty="0"/>
          </a:p>
        </p:txBody>
      </p:sp>
    </p:spTree>
    <p:extLst>
      <p:ext uri="{BB962C8B-B14F-4D97-AF65-F5344CB8AC3E}">
        <p14:creationId xmlns:p14="http://schemas.microsoft.com/office/powerpoint/2010/main" val="8178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72A1A-26F8-4B5D-AD7E-4FECE5884141}"/>
              </a:ext>
            </a:extLst>
          </p:cNvPr>
          <p:cNvSpPr>
            <a:spLocks noGrp="1"/>
          </p:cNvSpPr>
          <p:nvPr>
            <p:ph type="title"/>
          </p:nvPr>
        </p:nvSpPr>
        <p:spPr/>
        <p:txBody>
          <a:bodyPr/>
          <a:lstStyle/>
          <a:p>
            <a:r>
              <a:rPr lang="en-US" dirty="0"/>
              <a:t>File upload request class</a:t>
            </a:r>
          </a:p>
        </p:txBody>
      </p:sp>
      <p:sp>
        <p:nvSpPr>
          <p:cNvPr id="3" name="Content Placeholder 2">
            <a:extLst>
              <a:ext uri="{FF2B5EF4-FFF2-40B4-BE49-F238E27FC236}">
                <a16:creationId xmlns:a16="http://schemas.microsoft.com/office/drawing/2014/main" id="{0EB215E8-1F2E-4804-A956-BFF95B1A6C27}"/>
              </a:ext>
            </a:extLst>
          </p:cNvPr>
          <p:cNvSpPr>
            <a:spLocks noGrp="1"/>
          </p:cNvSpPr>
          <p:nvPr>
            <p:ph idx="1"/>
          </p:nvPr>
        </p:nvSpPr>
        <p:spPr/>
        <p:txBody>
          <a:bodyPr/>
          <a:lstStyle/>
          <a:p>
            <a:endParaRPr lang="en-US"/>
          </a:p>
          <a:p>
            <a:pPr marL="0" indent="0">
              <a:buClr>
                <a:srgbClr val="FFFFFF"/>
              </a:buClr>
              <a:buNone/>
            </a:pPr>
            <a:r>
              <a:rPr lang="en-US" dirty="0">
                <a:latin typeface="Consolas"/>
              </a:rPr>
              <a:t>public class </a:t>
            </a:r>
            <a:r>
              <a:rPr lang="en-US" dirty="0" err="1">
                <a:latin typeface="Consolas"/>
              </a:rPr>
              <a:t>FileUploadRequest</a:t>
            </a:r>
          </a:p>
          <a:p>
            <a:pPr marL="0" indent="0">
              <a:buNone/>
            </a:pPr>
            <a:r>
              <a:rPr lang="en-US" dirty="0">
                <a:latin typeface="Consolas"/>
              </a:rPr>
              <a:t>{</a:t>
            </a:r>
          </a:p>
          <a:p>
            <a:pPr marL="0" indent="0">
              <a:buNone/>
            </a:pPr>
            <a:r>
              <a:rPr lang="en-US" dirty="0">
                <a:latin typeface="Consolas"/>
              </a:rPr>
              <a:t>    public </a:t>
            </a:r>
            <a:r>
              <a:rPr lang="en-US" dirty="0" err="1">
                <a:latin typeface="Consolas"/>
              </a:rPr>
              <a:t>IFormFile</a:t>
            </a:r>
            <a:r>
              <a:rPr lang="en-US" dirty="0">
                <a:latin typeface="Consolas"/>
              </a:rPr>
              <a:t> file {</a:t>
            </a:r>
            <a:r>
              <a:rPr lang="en-US" dirty="0" err="1">
                <a:latin typeface="Consolas"/>
              </a:rPr>
              <a:t>get;set</a:t>
            </a:r>
            <a:r>
              <a:rPr lang="en-US" dirty="0">
                <a:latin typeface="Consolas"/>
              </a:rPr>
              <a:t>;}</a:t>
            </a:r>
          </a:p>
          <a:p>
            <a:pPr marL="0" indent="0">
              <a:buNone/>
            </a:pPr>
            <a:r>
              <a:rPr lang="en-US" dirty="0">
                <a:latin typeface="Consolas"/>
              </a:rPr>
              <a:t>}</a:t>
            </a:r>
          </a:p>
        </p:txBody>
      </p:sp>
    </p:spTree>
    <p:extLst>
      <p:ext uri="{BB962C8B-B14F-4D97-AF65-F5344CB8AC3E}">
        <p14:creationId xmlns:p14="http://schemas.microsoft.com/office/powerpoint/2010/main" val="4002961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Authentification using Claims</a:t>
            </a:r>
          </a:p>
        </p:txBody>
      </p:sp>
    </p:spTree>
    <p:extLst>
      <p:ext uri="{BB962C8B-B14F-4D97-AF65-F5344CB8AC3E}">
        <p14:creationId xmlns:p14="http://schemas.microsoft.com/office/powerpoint/2010/main" val="1911882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claims?</a:t>
            </a:r>
          </a:p>
        </p:txBody>
      </p:sp>
      <p:sp>
        <p:nvSpPr>
          <p:cNvPr id="3" name="Content Placeholder 2"/>
          <p:cNvSpPr>
            <a:spLocks noGrp="1"/>
          </p:cNvSpPr>
          <p:nvPr>
            <p:ph idx="1"/>
          </p:nvPr>
        </p:nvSpPr>
        <p:spPr/>
        <p:txBody>
          <a:bodyPr/>
          <a:lstStyle/>
          <a:p>
            <a:r>
              <a:rPr lang="en-US"/>
              <a:t>It is easy</a:t>
            </a:r>
          </a:p>
        </p:txBody>
      </p:sp>
    </p:spTree>
    <p:extLst>
      <p:ext uri="{BB962C8B-B14F-4D97-AF65-F5344CB8AC3E}">
        <p14:creationId xmlns:p14="http://schemas.microsoft.com/office/powerpoint/2010/main" val="32612836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Add this in ConfigureServices in Startup.cs</a:t>
            </a:r>
          </a:p>
        </p:txBody>
      </p:sp>
      <p:sp>
        <p:nvSpPr>
          <p:cNvPr id="3" name="Content Placeholder 2"/>
          <p:cNvSpPr>
            <a:spLocks noGrp="1"/>
          </p:cNvSpPr>
          <p:nvPr>
            <p:ph idx="1"/>
          </p:nvPr>
        </p:nvSpPr>
        <p:spPr>
          <a:xfrm>
            <a:off x="436238" y="678051"/>
            <a:ext cx="11140996" cy="3615267"/>
          </a:xfrm>
        </p:spPr>
        <p:txBody>
          <a:bodyPr/>
          <a:lstStyle/>
          <a:p>
            <a:pPr marL="0" indent="0">
              <a:buNone/>
            </a:pPr>
            <a:r>
              <a:rPr lang="en-US">
                <a:latin typeface="Consolas" panose="020B0609020204030204" pitchFamily="49" charset="0"/>
              </a:rPr>
              <a:t>services.AddAuthentication(CookieAuthenticationDefaults.AuthenticationScheme)</a:t>
            </a:r>
          </a:p>
          <a:p>
            <a:pPr marL="0" indent="0">
              <a:buNone/>
            </a:pPr>
            <a:r>
              <a:rPr lang="en-US">
                <a:latin typeface="Consolas" panose="020B0609020204030204" pitchFamily="49" charset="0"/>
              </a:rPr>
              <a:t>                .AddCookie();</a:t>
            </a:r>
          </a:p>
        </p:txBody>
      </p:sp>
    </p:spTree>
    <p:extLst>
      <p:ext uri="{BB962C8B-B14F-4D97-AF65-F5344CB8AC3E}">
        <p14:creationId xmlns:p14="http://schemas.microsoft.com/office/powerpoint/2010/main" val="2486323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AND Add this in Configure in Startup.cs</a:t>
            </a:r>
          </a:p>
        </p:txBody>
      </p:sp>
      <p:sp>
        <p:nvSpPr>
          <p:cNvPr id="3" name="Content Placeholder 2"/>
          <p:cNvSpPr>
            <a:spLocks noGrp="1"/>
          </p:cNvSpPr>
          <p:nvPr>
            <p:ph idx="1"/>
          </p:nvPr>
        </p:nvSpPr>
        <p:spPr>
          <a:xfrm>
            <a:off x="844658" y="678051"/>
            <a:ext cx="9291234" cy="3615267"/>
          </a:xfrm>
        </p:spPr>
        <p:txBody>
          <a:bodyPr>
            <a:normAutofit/>
          </a:bodyPr>
          <a:lstStyle/>
          <a:p>
            <a:pPr marL="0" indent="0" algn="ctr">
              <a:buNone/>
            </a:pPr>
            <a:r>
              <a:rPr lang="en-US" sz="3600">
                <a:latin typeface="Consolas" panose="020B0609020204030204" pitchFamily="49" charset="0"/>
              </a:rPr>
              <a:t>app.UseAuthentication();</a:t>
            </a:r>
          </a:p>
        </p:txBody>
      </p:sp>
    </p:spTree>
    <p:extLst>
      <p:ext uri="{BB962C8B-B14F-4D97-AF65-F5344CB8AC3E}">
        <p14:creationId xmlns:p14="http://schemas.microsoft.com/office/powerpoint/2010/main" val="3298130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Now you will use a account service to handle the login and register</a:t>
            </a:r>
          </a:p>
        </p:txBody>
      </p:sp>
    </p:spTree>
    <p:extLst>
      <p:ext uri="{BB962C8B-B14F-4D97-AF65-F5344CB8AC3E}">
        <p14:creationId xmlns:p14="http://schemas.microsoft.com/office/powerpoint/2010/main" val="871129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And also add a Account Controller</a:t>
            </a:r>
          </a:p>
        </p:txBody>
      </p:sp>
      <p:sp>
        <p:nvSpPr>
          <p:cNvPr id="3" name="Content Placeholder 2"/>
          <p:cNvSpPr>
            <a:spLocks noGrp="1"/>
          </p:cNvSpPr>
          <p:nvPr>
            <p:ph idx="1"/>
          </p:nvPr>
        </p:nvSpPr>
        <p:spPr/>
        <p:txBody>
          <a:bodyPr/>
          <a:lstStyle/>
          <a:p>
            <a:r>
              <a:rPr lang="en-US"/>
              <a:t>It will contain at least</a:t>
            </a:r>
          </a:p>
          <a:p>
            <a:pPr lvl="1"/>
            <a:r>
              <a:rPr lang="en-US"/>
              <a:t>Login (Get and Post)</a:t>
            </a:r>
          </a:p>
          <a:p>
            <a:pPr lvl="1"/>
            <a:r>
              <a:rPr lang="en-US"/>
              <a:t>Register(Get and Post)</a:t>
            </a:r>
          </a:p>
          <a:p>
            <a:pPr lvl="1"/>
            <a:r>
              <a:rPr lang="en-US"/>
              <a:t>Logout</a:t>
            </a:r>
          </a:p>
        </p:txBody>
      </p:sp>
    </p:spTree>
    <p:extLst>
      <p:ext uri="{BB962C8B-B14F-4D97-AF65-F5344CB8AC3E}">
        <p14:creationId xmlns:p14="http://schemas.microsoft.com/office/powerpoint/2010/main" val="116692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After the Login logic</a:t>
            </a:r>
          </a:p>
        </p:txBody>
      </p:sp>
      <p:sp>
        <p:nvSpPr>
          <p:cNvPr id="3" name="Content Placeholder 2"/>
          <p:cNvSpPr>
            <a:spLocks noGrp="1"/>
          </p:cNvSpPr>
          <p:nvPr>
            <p:ph idx="1"/>
          </p:nvPr>
        </p:nvSpPr>
        <p:spPr>
          <a:xfrm>
            <a:off x="684212" y="364210"/>
            <a:ext cx="8534400" cy="4169044"/>
          </a:xfrm>
        </p:spPr>
        <p:txBody>
          <a:bodyPr>
            <a:normAutofit fontScale="70000" lnSpcReduction="20000"/>
          </a:bodyPr>
          <a:lstStyle/>
          <a:p>
            <a:pPr marL="0" indent="0">
              <a:buNone/>
            </a:pPr>
            <a:r>
              <a:rPr lang="en-US">
                <a:latin typeface="Consolas" panose="020B0609020204030204" pitchFamily="49" charset="0"/>
              </a:rPr>
              <a:t>var claims = new List&lt;Claim&gt;</a:t>
            </a:r>
          </a:p>
          <a:p>
            <a:pPr marL="0" indent="0">
              <a:buNone/>
            </a:pPr>
            <a:r>
              <a:rPr lang="en-US">
                <a:latin typeface="Consolas" panose="020B0609020204030204" pitchFamily="49" charset="0"/>
              </a:rPr>
              <a:t>{</a:t>
            </a:r>
          </a:p>
          <a:p>
            <a:pPr marL="0" indent="0">
              <a:buNone/>
            </a:pPr>
            <a:r>
              <a:rPr lang="en-US">
                <a:latin typeface="Consolas" panose="020B0609020204030204" pitchFamily="49" charset="0"/>
              </a:rPr>
              <a:t>	new Claim(ClaimTypes.Name, model.Email),</a:t>
            </a:r>
          </a:p>
          <a:p>
            <a:pPr marL="0" indent="0">
              <a:buNone/>
            </a:pPr>
            <a:r>
              <a:rPr lang="en-US">
                <a:latin typeface="Consolas" panose="020B0609020204030204" pitchFamily="49" charset="0"/>
              </a:rPr>
              <a:t>	new Claim("Email", model.Email),</a:t>
            </a:r>
          </a:p>
          <a:p>
            <a:pPr marL="0" indent="0">
              <a:buNone/>
            </a:pPr>
            <a:r>
              <a:rPr lang="en-US">
                <a:latin typeface="Consolas" panose="020B0609020204030204" pitchFamily="49" charset="0"/>
              </a:rPr>
              <a:t>	new Claim(ClaimTypes.Role, "Administrator")</a:t>
            </a:r>
          </a:p>
          <a:p>
            <a:pPr marL="0" indent="0">
              <a:buNone/>
            </a:pPr>
            <a:r>
              <a:rPr lang="en-US">
                <a:latin typeface="Consolas" panose="020B0609020204030204" pitchFamily="49" charset="0"/>
              </a:rPr>
              <a:t>};</a:t>
            </a:r>
          </a:p>
          <a:p>
            <a:pPr marL="0" indent="0">
              <a:buNone/>
            </a:pPr>
            <a:endParaRPr lang="en-US">
              <a:latin typeface="Consolas" panose="020B0609020204030204" pitchFamily="49" charset="0"/>
            </a:endParaRPr>
          </a:p>
          <a:p>
            <a:pPr marL="0" indent="0">
              <a:buNone/>
            </a:pPr>
            <a:r>
              <a:rPr lang="en-US">
                <a:latin typeface="Consolas" panose="020B0609020204030204" pitchFamily="49" charset="0"/>
              </a:rPr>
              <a:t>var claimsIdentity = new ClaimsIdentity(claims);</a:t>
            </a:r>
          </a:p>
          <a:p>
            <a:pPr marL="0" indent="0">
              <a:buNone/>
            </a:pPr>
            <a:r>
              <a:rPr lang="en-US">
                <a:latin typeface="Consolas" panose="020B0609020204030204" pitchFamily="49" charset="0"/>
              </a:rPr>
              <a:t>var authProperties = new AuthenticationProperties();</a:t>
            </a:r>
          </a:p>
          <a:p>
            <a:pPr marL="0" indent="0">
              <a:buNone/>
            </a:pPr>
            <a:endParaRPr lang="en-US">
              <a:latin typeface="Consolas" panose="020B0609020204030204" pitchFamily="49" charset="0"/>
            </a:endParaRPr>
          </a:p>
          <a:p>
            <a:pPr marL="0" indent="0">
              <a:buNone/>
            </a:pPr>
            <a:r>
              <a:rPr lang="en-US">
                <a:latin typeface="Consolas" panose="020B0609020204030204" pitchFamily="49" charset="0"/>
              </a:rPr>
              <a:t>await HttpContext.SignInAsync(</a:t>
            </a:r>
          </a:p>
          <a:p>
            <a:pPr marL="0" indent="0">
              <a:buNone/>
            </a:pPr>
            <a:r>
              <a:rPr lang="en-US">
                <a:latin typeface="Consolas" panose="020B0609020204030204" pitchFamily="49" charset="0"/>
              </a:rPr>
              <a:t>	CookieAuthenticationDefaults.AuthenticationScheme,</a:t>
            </a:r>
          </a:p>
          <a:p>
            <a:pPr marL="0" indent="0">
              <a:buNone/>
            </a:pPr>
            <a:r>
              <a:rPr lang="en-US">
                <a:latin typeface="Consolas" panose="020B0609020204030204" pitchFamily="49" charset="0"/>
              </a:rPr>
              <a:t>	new ClaimsPrincipal(claimsIdentity),</a:t>
            </a:r>
          </a:p>
          <a:p>
            <a:pPr marL="0" indent="0">
              <a:buNone/>
            </a:pPr>
            <a:r>
              <a:rPr lang="en-US">
                <a:latin typeface="Consolas" panose="020B0609020204030204" pitchFamily="49" charset="0"/>
              </a:rPr>
              <a:t>	authProperties);</a:t>
            </a:r>
          </a:p>
        </p:txBody>
      </p:sp>
    </p:spTree>
    <p:extLst>
      <p:ext uri="{BB962C8B-B14F-4D97-AF65-F5344CB8AC3E}">
        <p14:creationId xmlns:p14="http://schemas.microsoft.com/office/powerpoint/2010/main" val="246505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authProperties ?</a:t>
            </a:r>
          </a:p>
        </p:txBody>
      </p:sp>
      <p:sp>
        <p:nvSpPr>
          <p:cNvPr id="3" name="Content Placeholder 2"/>
          <p:cNvSpPr>
            <a:spLocks noGrp="1"/>
          </p:cNvSpPr>
          <p:nvPr>
            <p:ph sz="half" idx="1"/>
          </p:nvPr>
        </p:nvSpPr>
        <p:spPr>
          <a:xfrm>
            <a:off x="302217" y="685800"/>
            <a:ext cx="5319649" cy="3615267"/>
          </a:xfrm>
        </p:spPr>
        <p:txBody>
          <a:bodyPr>
            <a:normAutofit fontScale="55000" lnSpcReduction="20000"/>
          </a:bodyPr>
          <a:lstStyle/>
          <a:p>
            <a:pPr marL="0" indent="0">
              <a:buNone/>
            </a:pPr>
            <a:r>
              <a:rPr lang="en-US">
                <a:latin typeface="Consolas" panose="020B0609020204030204" pitchFamily="49" charset="0"/>
              </a:rPr>
              <a:t>var authProperties = new AuthenticationProperties</a:t>
            </a:r>
          </a:p>
          <a:p>
            <a:pPr marL="0" indent="0">
              <a:buNone/>
            </a:pPr>
            <a:r>
              <a:rPr lang="en-US">
                <a:latin typeface="Consolas" panose="020B0609020204030204" pitchFamily="49" charset="0"/>
              </a:rPr>
              <a:t>{</a:t>
            </a:r>
          </a:p>
          <a:p>
            <a:pPr marL="0" indent="0">
              <a:buNone/>
            </a:pPr>
            <a:r>
              <a:rPr lang="en-US">
                <a:latin typeface="Consolas" panose="020B0609020204030204" pitchFamily="49" charset="0"/>
              </a:rPr>
              <a:t>    //AllowRefresh = &lt;bool&gt;,</a:t>
            </a:r>
          </a:p>
          <a:p>
            <a:pPr marL="0" indent="0">
              <a:buNone/>
            </a:pPr>
            <a:r>
              <a:rPr lang="en-US">
                <a:latin typeface="Consolas" panose="020B0609020204030204" pitchFamily="49" charset="0"/>
              </a:rPr>
              <a:t>    // Refreshing the authentication session should be allowed.</a:t>
            </a:r>
          </a:p>
          <a:p>
            <a:pPr marL="0" indent="0">
              <a:buNone/>
            </a:pPr>
            <a:endParaRPr lang="en-US">
              <a:latin typeface="Consolas" panose="020B0609020204030204" pitchFamily="49" charset="0"/>
            </a:endParaRPr>
          </a:p>
          <a:p>
            <a:pPr marL="0" indent="0">
              <a:buNone/>
            </a:pPr>
            <a:r>
              <a:rPr lang="en-US">
                <a:latin typeface="Consolas" panose="020B0609020204030204" pitchFamily="49" charset="0"/>
              </a:rPr>
              <a:t>    //ExpiresUtc = DateTimeOffset.UtcNow.AddMinutes(10),</a:t>
            </a:r>
          </a:p>
          <a:p>
            <a:pPr marL="0" indent="0">
              <a:buNone/>
            </a:pPr>
            <a:r>
              <a:rPr lang="en-US">
                <a:latin typeface="Consolas" panose="020B0609020204030204" pitchFamily="49" charset="0"/>
              </a:rPr>
              <a:t>    // The time at which the authentication ticket expires. A </a:t>
            </a:r>
          </a:p>
          <a:p>
            <a:pPr marL="0" indent="0">
              <a:buNone/>
            </a:pPr>
            <a:r>
              <a:rPr lang="en-US">
                <a:latin typeface="Consolas" panose="020B0609020204030204" pitchFamily="49" charset="0"/>
              </a:rPr>
              <a:t>    // value set here overrides the ExpireTimeSpan option of </a:t>
            </a:r>
          </a:p>
          <a:p>
            <a:pPr marL="0" indent="0">
              <a:buNone/>
            </a:pPr>
            <a:r>
              <a:rPr lang="en-US">
                <a:latin typeface="Consolas" panose="020B0609020204030204" pitchFamily="49" charset="0"/>
              </a:rPr>
              <a:t>    // CookieAuthenticationOptions set with AddCookie.</a:t>
            </a:r>
          </a:p>
        </p:txBody>
      </p:sp>
      <p:sp>
        <p:nvSpPr>
          <p:cNvPr id="4" name="Content Placeholder 3"/>
          <p:cNvSpPr>
            <a:spLocks noGrp="1"/>
          </p:cNvSpPr>
          <p:nvPr>
            <p:ph sz="half" idx="2"/>
          </p:nvPr>
        </p:nvSpPr>
        <p:spPr>
          <a:xfrm>
            <a:off x="5808133" y="685801"/>
            <a:ext cx="5373894" cy="3615266"/>
          </a:xfrm>
        </p:spPr>
        <p:txBody>
          <a:bodyPr>
            <a:normAutofit fontScale="55000" lnSpcReduction="20000"/>
          </a:bodyPr>
          <a:lstStyle/>
          <a:p>
            <a:pPr marL="0" indent="0">
              <a:buNone/>
            </a:pPr>
            <a:r>
              <a:rPr lang="en-US">
                <a:latin typeface="Consolas" panose="020B0609020204030204" pitchFamily="49" charset="0"/>
              </a:rPr>
              <a:t>    //IsPersistent = true,</a:t>
            </a:r>
          </a:p>
          <a:p>
            <a:pPr marL="0" indent="0">
              <a:buNone/>
            </a:pPr>
            <a:r>
              <a:rPr lang="en-US">
                <a:latin typeface="Consolas" panose="020B0609020204030204" pitchFamily="49" charset="0"/>
              </a:rPr>
              <a:t>    // Whether the authentication session is persisted across </a:t>
            </a:r>
          </a:p>
          <a:p>
            <a:pPr marL="0" indent="0">
              <a:buNone/>
            </a:pPr>
            <a:r>
              <a:rPr lang="en-US">
                <a:latin typeface="Consolas" panose="020B0609020204030204" pitchFamily="49" charset="0"/>
              </a:rPr>
              <a:t>    // multiple requests. Required when setting the </a:t>
            </a:r>
          </a:p>
          <a:p>
            <a:pPr marL="0" indent="0">
              <a:buNone/>
            </a:pPr>
            <a:r>
              <a:rPr lang="en-US">
                <a:latin typeface="Consolas" panose="020B0609020204030204" pitchFamily="49" charset="0"/>
              </a:rPr>
              <a:t>    // ExpireTimeSpan option of CookieAuthenticationOptions </a:t>
            </a:r>
          </a:p>
          <a:p>
            <a:pPr marL="0" indent="0">
              <a:buNone/>
            </a:pPr>
            <a:r>
              <a:rPr lang="en-US">
                <a:latin typeface="Consolas" panose="020B0609020204030204" pitchFamily="49" charset="0"/>
              </a:rPr>
              <a:t>    // set with AddCookie. Also required when setting </a:t>
            </a:r>
          </a:p>
          <a:p>
            <a:pPr marL="0" indent="0">
              <a:buNone/>
            </a:pPr>
            <a:r>
              <a:rPr lang="en-US">
                <a:latin typeface="Consolas" panose="020B0609020204030204" pitchFamily="49" charset="0"/>
              </a:rPr>
              <a:t>    // ExpiresUtc.</a:t>
            </a:r>
          </a:p>
          <a:p>
            <a:pPr marL="0" indent="0">
              <a:buNone/>
            </a:pPr>
            <a:endParaRPr lang="en-US">
              <a:latin typeface="Consolas" panose="020B0609020204030204" pitchFamily="49" charset="0"/>
            </a:endParaRPr>
          </a:p>
          <a:p>
            <a:pPr marL="0" indent="0">
              <a:buNone/>
            </a:pPr>
            <a:r>
              <a:rPr lang="en-US">
                <a:latin typeface="Consolas" panose="020B0609020204030204" pitchFamily="49" charset="0"/>
              </a:rPr>
              <a:t>    //IssuedUtc = &lt;DateTimeOffset&gt;,</a:t>
            </a:r>
          </a:p>
          <a:p>
            <a:pPr marL="0" indent="0">
              <a:buNone/>
            </a:pPr>
            <a:r>
              <a:rPr lang="en-US">
                <a:latin typeface="Consolas" panose="020B0609020204030204" pitchFamily="49" charset="0"/>
              </a:rPr>
              <a:t>    // The time at which the authentication ticket was issued.</a:t>
            </a:r>
          </a:p>
          <a:p>
            <a:pPr marL="0" indent="0">
              <a:buNone/>
            </a:pPr>
            <a:endParaRPr lang="en-US">
              <a:latin typeface="Consolas" panose="020B0609020204030204" pitchFamily="49" charset="0"/>
            </a:endParaRPr>
          </a:p>
          <a:p>
            <a:pPr marL="0" indent="0">
              <a:buNone/>
            </a:pPr>
            <a:r>
              <a:rPr lang="en-US">
                <a:latin typeface="Consolas" panose="020B0609020204030204" pitchFamily="49" charset="0"/>
              </a:rPr>
              <a:t>    //RedirectUri = &lt;string&gt;</a:t>
            </a:r>
          </a:p>
          <a:p>
            <a:pPr marL="0" indent="0">
              <a:buNone/>
            </a:pPr>
            <a:r>
              <a:rPr lang="en-US">
                <a:latin typeface="Consolas" panose="020B0609020204030204" pitchFamily="49" charset="0"/>
              </a:rPr>
              <a:t>    // The full path or absolute URI to be used as an http </a:t>
            </a:r>
          </a:p>
          <a:p>
            <a:pPr marL="0" indent="0">
              <a:buNone/>
            </a:pPr>
            <a:r>
              <a:rPr lang="en-US">
                <a:latin typeface="Consolas" panose="020B0609020204030204" pitchFamily="49" charset="0"/>
              </a:rPr>
              <a:t>    // redirect response value.</a:t>
            </a:r>
          </a:p>
          <a:p>
            <a:pPr marL="0" indent="0">
              <a:buNone/>
            </a:pPr>
            <a:r>
              <a:rPr lang="en-US">
                <a:latin typeface="Consolas" panose="020B0609020204030204" pitchFamily="49" charset="0"/>
              </a:rPr>
              <a:t>};</a:t>
            </a:r>
          </a:p>
          <a:p>
            <a:pPr marL="0" indent="0">
              <a:buNone/>
            </a:pPr>
            <a:endParaRPr lang="en-US">
              <a:latin typeface="Consolas" panose="020B0609020204030204" pitchFamily="49" charset="0"/>
            </a:endParaRPr>
          </a:p>
        </p:txBody>
      </p:sp>
    </p:spTree>
    <p:extLst>
      <p:ext uri="{BB962C8B-B14F-4D97-AF65-F5344CB8AC3E}">
        <p14:creationId xmlns:p14="http://schemas.microsoft.com/office/powerpoint/2010/main" val="2251877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logout?</a:t>
            </a:r>
          </a:p>
        </p:txBody>
      </p:sp>
      <p:sp>
        <p:nvSpPr>
          <p:cNvPr id="5" name="Content Placeholder 4"/>
          <p:cNvSpPr>
            <a:spLocks noGrp="1"/>
          </p:cNvSpPr>
          <p:nvPr>
            <p:ph idx="1"/>
          </p:nvPr>
        </p:nvSpPr>
        <p:spPr/>
        <p:txBody>
          <a:bodyPr>
            <a:normAutofit/>
          </a:bodyPr>
          <a:lstStyle/>
          <a:p>
            <a:pPr marL="0" indent="0" algn="ctr">
              <a:buNone/>
            </a:pPr>
            <a:r>
              <a:rPr lang="en-US" sz="3200">
                <a:latin typeface="Consolas" panose="020B0609020204030204" pitchFamily="49" charset="0"/>
              </a:rPr>
              <a:t>await HttpContext.SignOutAsync();</a:t>
            </a:r>
          </a:p>
        </p:txBody>
      </p:sp>
    </p:spTree>
    <p:extLst>
      <p:ext uri="{BB962C8B-B14F-4D97-AF65-F5344CB8AC3E}">
        <p14:creationId xmlns:p14="http://schemas.microsoft.com/office/powerpoint/2010/main" val="2020405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8CC15720-5A19-4264-A56B-75C8D29E2617}"/>
              </a:ext>
            </a:extLst>
          </p:cNvPr>
          <p:cNvSpPr>
            <a:spLocks noGrp="1"/>
          </p:cNvSpPr>
          <p:nvPr>
            <p:ph type="title"/>
          </p:nvPr>
        </p:nvSpPr>
        <p:spPr/>
        <p:txBody>
          <a:bodyPr/>
          <a:lstStyle/>
          <a:p>
            <a:r>
              <a:rPr lang="ro-RO" dirty="0" err="1"/>
              <a:t>Attributes</a:t>
            </a:r>
          </a:p>
        </p:txBody>
      </p:sp>
      <p:sp>
        <p:nvSpPr>
          <p:cNvPr id="3" name="Substituent conținut 2">
            <a:extLst>
              <a:ext uri="{FF2B5EF4-FFF2-40B4-BE49-F238E27FC236}">
                <a16:creationId xmlns:a16="http://schemas.microsoft.com/office/drawing/2014/main" id="{19E22CC0-D4F2-42E5-9AED-F339E95BF2E8}"/>
              </a:ext>
            </a:extLst>
          </p:cNvPr>
          <p:cNvSpPr>
            <a:spLocks noGrp="1"/>
          </p:cNvSpPr>
          <p:nvPr>
            <p:ph idx="1"/>
          </p:nvPr>
        </p:nvSpPr>
        <p:spPr/>
        <p:txBody>
          <a:bodyPr/>
          <a:lstStyle/>
          <a:p>
            <a:pPr marL="0" indent="0">
              <a:buNone/>
            </a:pPr>
            <a:r>
              <a:rPr lang="ro-RO" sz="2800" dirty="0">
                <a:latin typeface="Consolas"/>
              </a:rPr>
              <a:t>[</a:t>
            </a:r>
            <a:r>
              <a:rPr lang="ro-RO" sz="2800" dirty="0" err="1">
                <a:latin typeface="Consolas"/>
              </a:rPr>
              <a:t>Authorize</a:t>
            </a:r>
            <a:r>
              <a:rPr lang="ro-RO" sz="2800" dirty="0">
                <a:latin typeface="Consolas"/>
              </a:rPr>
              <a:t>]</a:t>
            </a:r>
          </a:p>
          <a:p>
            <a:pPr>
              <a:buNone/>
            </a:pPr>
            <a:r>
              <a:rPr lang="ro-RO" sz="2800" dirty="0">
                <a:latin typeface="Consolas"/>
              </a:rPr>
              <a:t>[</a:t>
            </a:r>
            <a:r>
              <a:rPr lang="ro-RO" sz="2800" dirty="0" err="1">
                <a:latin typeface="Consolas"/>
              </a:rPr>
              <a:t>Authorize</a:t>
            </a:r>
            <a:r>
              <a:rPr lang="ro-RO" sz="2800" dirty="0">
                <a:latin typeface="Consolas"/>
              </a:rPr>
              <a:t>(</a:t>
            </a:r>
            <a:r>
              <a:rPr lang="ro-RO" sz="2800" dirty="0" err="1">
                <a:latin typeface="Consolas"/>
              </a:rPr>
              <a:t>Roles</a:t>
            </a:r>
            <a:r>
              <a:rPr lang="ro-RO" sz="2800" dirty="0">
                <a:latin typeface="Consolas"/>
              </a:rPr>
              <a:t>="</a:t>
            </a:r>
            <a:r>
              <a:rPr lang="ro-RO" sz="2800" dirty="0" err="1">
                <a:latin typeface="Consolas"/>
              </a:rPr>
              <a:t>Admin,User</a:t>
            </a:r>
            <a:r>
              <a:rPr lang="ro-RO" sz="2800" dirty="0">
                <a:latin typeface="Consolas"/>
              </a:rPr>
              <a:t>")]</a:t>
            </a:r>
          </a:p>
          <a:p>
            <a:pPr>
              <a:buNone/>
            </a:pPr>
            <a:r>
              <a:rPr lang="ro-RO" sz="2800" dirty="0">
                <a:latin typeface="Consolas"/>
              </a:rPr>
              <a:t>[</a:t>
            </a:r>
            <a:r>
              <a:rPr lang="ro-RO" sz="2800" err="1">
                <a:latin typeface="Consolas"/>
              </a:rPr>
              <a:t>AllowAnonymous</a:t>
            </a:r>
            <a:r>
              <a:rPr lang="ro-RO" sz="2800" dirty="0">
                <a:latin typeface="Consolas"/>
              </a:rPr>
              <a:t>]</a:t>
            </a:r>
          </a:p>
        </p:txBody>
      </p:sp>
    </p:spTree>
    <p:extLst>
      <p:ext uri="{BB962C8B-B14F-4D97-AF65-F5344CB8AC3E}">
        <p14:creationId xmlns:p14="http://schemas.microsoft.com/office/powerpoint/2010/main" val="3855970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297C-E324-4F62-9F43-CEB51AC17C6C}"/>
              </a:ext>
            </a:extLst>
          </p:cNvPr>
          <p:cNvSpPr>
            <a:spLocks noGrp="1"/>
          </p:cNvSpPr>
          <p:nvPr>
            <p:ph type="title"/>
          </p:nvPr>
        </p:nvSpPr>
        <p:spPr/>
        <p:txBody>
          <a:bodyPr/>
          <a:lstStyle/>
          <a:p>
            <a:r>
              <a:rPr lang="en-US" dirty="0"/>
              <a:t>Azure storage</a:t>
            </a:r>
          </a:p>
        </p:txBody>
      </p:sp>
      <p:sp>
        <p:nvSpPr>
          <p:cNvPr id="3" name="Content Placeholder 2">
            <a:extLst>
              <a:ext uri="{FF2B5EF4-FFF2-40B4-BE49-F238E27FC236}">
                <a16:creationId xmlns:a16="http://schemas.microsoft.com/office/drawing/2014/main" id="{B1612B4E-CD7A-4D78-BF7C-D78C8ED4699A}"/>
              </a:ext>
            </a:extLst>
          </p:cNvPr>
          <p:cNvSpPr>
            <a:spLocks noGrp="1"/>
          </p:cNvSpPr>
          <p:nvPr>
            <p:ph idx="1"/>
          </p:nvPr>
        </p:nvSpPr>
        <p:spPr/>
        <p:txBody>
          <a:bodyPr/>
          <a:lstStyle/>
          <a:p>
            <a:pPr marL="0" indent="0">
              <a:buNone/>
            </a:pPr>
            <a:endParaRPr lang="en-US"/>
          </a:p>
          <a:p>
            <a:pPr marL="0" indent="0">
              <a:buNone/>
            </a:pPr>
            <a:endParaRPr lang="en-US" dirty="0"/>
          </a:p>
        </p:txBody>
      </p:sp>
    </p:spTree>
    <p:extLst>
      <p:ext uri="{BB962C8B-B14F-4D97-AF65-F5344CB8AC3E}">
        <p14:creationId xmlns:p14="http://schemas.microsoft.com/office/powerpoint/2010/main" val="187177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044FA-E4AA-46E5-AD3E-CAADA0DC973F}"/>
              </a:ext>
            </a:extLst>
          </p:cNvPr>
          <p:cNvSpPr>
            <a:spLocks noGrp="1"/>
          </p:cNvSpPr>
          <p:nvPr>
            <p:ph type="title"/>
          </p:nvPr>
        </p:nvSpPr>
        <p:spPr/>
        <p:txBody>
          <a:bodyPr/>
          <a:lstStyle/>
          <a:p>
            <a:r>
              <a:rPr lang="en-US" dirty="0"/>
              <a:t>Azure storage</a:t>
            </a:r>
          </a:p>
        </p:txBody>
      </p:sp>
      <p:sp>
        <p:nvSpPr>
          <p:cNvPr id="3" name="Content Placeholder 2">
            <a:extLst>
              <a:ext uri="{FF2B5EF4-FFF2-40B4-BE49-F238E27FC236}">
                <a16:creationId xmlns:a16="http://schemas.microsoft.com/office/drawing/2014/main" id="{63ECE83B-223B-495A-A96D-9E856C75303B}"/>
              </a:ext>
            </a:extLst>
          </p:cNvPr>
          <p:cNvSpPr>
            <a:spLocks noGrp="1"/>
          </p:cNvSpPr>
          <p:nvPr>
            <p:ph idx="1"/>
          </p:nvPr>
        </p:nvSpPr>
        <p:spPr/>
        <p:txBody>
          <a:bodyPr/>
          <a:lstStyle/>
          <a:p>
            <a:pPr marL="0" indent="0">
              <a:buNone/>
            </a:pPr>
            <a:r>
              <a:rPr lang="en-US" dirty="0"/>
              <a:t>    Azure storage is Microsoft's cloud storage solution for modern data storage scenarios.</a:t>
            </a:r>
          </a:p>
        </p:txBody>
      </p:sp>
    </p:spTree>
    <p:extLst>
      <p:ext uri="{BB962C8B-B14F-4D97-AF65-F5344CB8AC3E}">
        <p14:creationId xmlns:p14="http://schemas.microsoft.com/office/powerpoint/2010/main" val="3400512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E161-8786-4D11-91C6-F746202F0420}"/>
              </a:ext>
            </a:extLst>
          </p:cNvPr>
          <p:cNvSpPr>
            <a:spLocks noGrp="1"/>
          </p:cNvSpPr>
          <p:nvPr>
            <p:ph type="title"/>
          </p:nvPr>
        </p:nvSpPr>
        <p:spPr/>
        <p:txBody>
          <a:bodyPr/>
          <a:lstStyle/>
          <a:p>
            <a:r>
              <a:rPr lang="en-US" dirty="0"/>
              <a:t>Azure storage</a:t>
            </a:r>
          </a:p>
        </p:txBody>
      </p:sp>
      <p:sp>
        <p:nvSpPr>
          <p:cNvPr id="3" name="Content Placeholder 2">
            <a:extLst>
              <a:ext uri="{FF2B5EF4-FFF2-40B4-BE49-F238E27FC236}">
                <a16:creationId xmlns:a16="http://schemas.microsoft.com/office/drawing/2014/main" id="{9B0762EE-EDF4-48C9-82FD-B1A616E3626F}"/>
              </a:ext>
            </a:extLst>
          </p:cNvPr>
          <p:cNvSpPr>
            <a:spLocks noGrp="1"/>
          </p:cNvSpPr>
          <p:nvPr>
            <p:ph idx="1"/>
          </p:nvPr>
        </p:nvSpPr>
        <p:spPr/>
        <p:txBody>
          <a:bodyPr/>
          <a:lstStyle/>
          <a:p>
            <a:r>
              <a:rPr lang="en-US" dirty="0"/>
              <a:t>Durable and highly available (You will never lose your data and you can access it anytime)</a:t>
            </a:r>
          </a:p>
          <a:p>
            <a:pPr>
              <a:buClr>
                <a:srgbClr val="FFFFFF"/>
              </a:buClr>
            </a:pPr>
            <a:r>
              <a:rPr lang="en-US" dirty="0"/>
              <a:t>Secure</a:t>
            </a:r>
          </a:p>
          <a:p>
            <a:pPr>
              <a:buClr>
                <a:srgbClr val="FFFFFF"/>
              </a:buClr>
            </a:pPr>
            <a:r>
              <a:rPr lang="en-US" dirty="0"/>
              <a:t>Scalable (You don't have to worry about performance issues)</a:t>
            </a:r>
          </a:p>
          <a:p>
            <a:pPr>
              <a:buClr>
                <a:srgbClr val="FFFFFF"/>
              </a:buClr>
            </a:pPr>
            <a:r>
              <a:rPr lang="en-US" dirty="0"/>
              <a:t>Managed (You don't care about maintenance or any critical problems)</a:t>
            </a:r>
          </a:p>
          <a:p>
            <a:pPr>
              <a:buClr>
                <a:srgbClr val="FFFFFF"/>
              </a:buClr>
            </a:pPr>
            <a:r>
              <a:rPr lang="en-US" dirty="0"/>
              <a:t>Accessible (.NET, Java, Node.JS, Python, PHP, Ruby, Go or even with simple HTTP requests)</a:t>
            </a:r>
          </a:p>
        </p:txBody>
      </p:sp>
    </p:spTree>
    <p:extLst>
      <p:ext uri="{BB962C8B-B14F-4D97-AF65-F5344CB8AC3E}">
        <p14:creationId xmlns:p14="http://schemas.microsoft.com/office/powerpoint/2010/main" val="11813149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5D4D0-CA4F-494B-AA98-A93FF2CAF820}"/>
              </a:ext>
            </a:extLst>
          </p:cNvPr>
          <p:cNvSpPr>
            <a:spLocks noGrp="1"/>
          </p:cNvSpPr>
          <p:nvPr>
            <p:ph type="title"/>
          </p:nvPr>
        </p:nvSpPr>
        <p:spPr/>
        <p:txBody>
          <a:bodyPr/>
          <a:lstStyle/>
          <a:p>
            <a:r>
              <a:rPr lang="en-US" dirty="0"/>
              <a:t>Azure storage services</a:t>
            </a:r>
          </a:p>
        </p:txBody>
      </p:sp>
      <p:sp>
        <p:nvSpPr>
          <p:cNvPr id="3" name="Content Placeholder 2">
            <a:extLst>
              <a:ext uri="{FF2B5EF4-FFF2-40B4-BE49-F238E27FC236}">
                <a16:creationId xmlns:a16="http://schemas.microsoft.com/office/drawing/2014/main" id="{76A08F42-3303-4FCD-935E-A87D75076E53}"/>
              </a:ext>
            </a:extLst>
          </p:cNvPr>
          <p:cNvSpPr>
            <a:spLocks noGrp="1"/>
          </p:cNvSpPr>
          <p:nvPr>
            <p:ph idx="1"/>
          </p:nvPr>
        </p:nvSpPr>
        <p:spPr/>
        <p:txBody>
          <a:bodyPr/>
          <a:lstStyle/>
          <a:p>
            <a:r>
              <a:rPr lang="en-US" dirty="0"/>
              <a:t>Azure Blobs: A massively scalable object store for text and binary data.</a:t>
            </a:r>
          </a:p>
          <a:p>
            <a:pPr>
              <a:buClr>
                <a:srgbClr val="FFFFFF"/>
              </a:buClr>
            </a:pPr>
            <a:r>
              <a:rPr lang="en-US" dirty="0"/>
              <a:t>Azure Queues: A messaging store for reliable messaging between application components.</a:t>
            </a:r>
          </a:p>
          <a:p>
            <a:pPr>
              <a:buClr>
                <a:srgbClr val="FFFFFF"/>
              </a:buClr>
            </a:pPr>
            <a:r>
              <a:rPr lang="en-US" dirty="0"/>
              <a:t>Azure Tables: A NoSQL store for </a:t>
            </a:r>
            <a:r>
              <a:rPr lang="en-US" dirty="0" err="1"/>
              <a:t>schemaless</a:t>
            </a:r>
            <a:r>
              <a:rPr lang="en-US" dirty="0"/>
              <a:t> storage of structured data.</a:t>
            </a:r>
          </a:p>
        </p:txBody>
      </p:sp>
    </p:spTree>
    <p:extLst>
      <p:ext uri="{BB962C8B-B14F-4D97-AF65-F5344CB8AC3E}">
        <p14:creationId xmlns:p14="http://schemas.microsoft.com/office/powerpoint/2010/main" val="2629462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71993-EC40-4A35-ACD8-54BEFDEB85F9}"/>
              </a:ext>
            </a:extLst>
          </p:cNvPr>
          <p:cNvSpPr>
            <a:spLocks noGrp="1"/>
          </p:cNvSpPr>
          <p:nvPr>
            <p:ph type="title"/>
          </p:nvPr>
        </p:nvSpPr>
        <p:spPr/>
        <p:txBody>
          <a:bodyPr/>
          <a:lstStyle/>
          <a:p>
            <a:r>
              <a:rPr lang="en-US" dirty="0"/>
              <a:t>Azure blob storage</a:t>
            </a:r>
          </a:p>
        </p:txBody>
      </p:sp>
      <p:sp>
        <p:nvSpPr>
          <p:cNvPr id="3" name="Content Placeholder 2">
            <a:extLst>
              <a:ext uri="{FF2B5EF4-FFF2-40B4-BE49-F238E27FC236}">
                <a16:creationId xmlns:a16="http://schemas.microsoft.com/office/drawing/2014/main" id="{1E57E499-7309-4787-893B-EF783D007898}"/>
              </a:ext>
            </a:extLst>
          </p:cNvPr>
          <p:cNvSpPr>
            <a:spLocks noGrp="1"/>
          </p:cNvSpPr>
          <p:nvPr>
            <p:ph idx="1"/>
          </p:nvPr>
        </p:nvSpPr>
        <p:spPr/>
        <p:txBody>
          <a:bodyPr>
            <a:normAutofit fontScale="92500" lnSpcReduction="20000"/>
          </a:bodyPr>
          <a:lstStyle/>
          <a:p>
            <a:pPr marL="0" indent="0">
              <a:buNone/>
            </a:pPr>
            <a:r>
              <a:rPr lang="en-US" dirty="0"/>
              <a:t>    Optimized for storing massive amounts of unstructured data, such as text or binary data.</a:t>
            </a:r>
          </a:p>
          <a:p>
            <a:pPr marL="0" indent="0">
              <a:buNone/>
            </a:pPr>
            <a:r>
              <a:rPr lang="en-US" dirty="0"/>
              <a:t>    The blobs can be served via URLs.</a:t>
            </a:r>
          </a:p>
          <a:p>
            <a:pPr marL="0" indent="0">
              <a:buNone/>
            </a:pPr>
            <a:r>
              <a:rPr lang="en-US" dirty="0"/>
              <a:t>    Ideal for:</a:t>
            </a:r>
          </a:p>
          <a:p>
            <a:r>
              <a:rPr lang="en-US" dirty="0"/>
              <a:t>Serving images or documents directly to a browser.</a:t>
            </a:r>
          </a:p>
          <a:p>
            <a:pPr>
              <a:buClr>
                <a:srgbClr val="FFFFFF"/>
              </a:buClr>
            </a:pPr>
            <a:r>
              <a:rPr lang="en-US" dirty="0"/>
              <a:t>Storing files for distributed access.</a:t>
            </a:r>
          </a:p>
          <a:p>
            <a:pPr>
              <a:buClr>
                <a:srgbClr val="FFFFFF"/>
              </a:buClr>
            </a:pPr>
            <a:r>
              <a:rPr lang="en-US" dirty="0"/>
              <a:t>Streaming video and audio.</a:t>
            </a:r>
          </a:p>
          <a:p>
            <a:pPr>
              <a:buClr>
                <a:srgbClr val="FFFFFF"/>
              </a:buClr>
            </a:pPr>
            <a:r>
              <a:rPr lang="en-US" dirty="0"/>
              <a:t>Storing data for backup and restore, disaster recovery, and archiving.</a:t>
            </a:r>
          </a:p>
          <a:p>
            <a:pPr>
              <a:buClr>
                <a:srgbClr val="FFFFFF"/>
              </a:buClr>
            </a:pPr>
            <a:r>
              <a:rPr lang="en-US" dirty="0"/>
              <a:t>Storing data for analysis.</a:t>
            </a:r>
          </a:p>
        </p:txBody>
      </p:sp>
    </p:spTree>
    <p:extLst>
      <p:ext uri="{BB962C8B-B14F-4D97-AF65-F5344CB8AC3E}">
        <p14:creationId xmlns:p14="http://schemas.microsoft.com/office/powerpoint/2010/main" val="86159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ED180-808F-4C93-B7A7-3D27510C18A6}"/>
              </a:ext>
            </a:extLst>
          </p:cNvPr>
          <p:cNvSpPr>
            <a:spLocks noGrp="1"/>
          </p:cNvSpPr>
          <p:nvPr>
            <p:ph type="title"/>
          </p:nvPr>
        </p:nvSpPr>
        <p:spPr/>
        <p:txBody>
          <a:bodyPr/>
          <a:lstStyle/>
          <a:p>
            <a:r>
              <a:rPr lang="en-US" dirty="0"/>
              <a:t>Azure blob storage</a:t>
            </a:r>
          </a:p>
        </p:txBody>
      </p:sp>
      <p:pic>
        <p:nvPicPr>
          <p:cNvPr id="4" name="Picture 4" descr="A screenshot of a cell phone&#10;&#10;Description generated with very high confidence">
            <a:extLst>
              <a:ext uri="{FF2B5EF4-FFF2-40B4-BE49-F238E27FC236}">
                <a16:creationId xmlns:a16="http://schemas.microsoft.com/office/drawing/2014/main" id="{326A98A6-332A-4C3F-AB4D-DDF4C5F24AA1}"/>
              </a:ext>
            </a:extLst>
          </p:cNvPr>
          <p:cNvPicPr>
            <a:picLocks noGrp="1" noChangeAspect="1"/>
          </p:cNvPicPr>
          <p:nvPr>
            <p:ph idx="1"/>
          </p:nvPr>
        </p:nvPicPr>
        <p:blipFill>
          <a:blip r:embed="rId2"/>
          <a:stretch>
            <a:fillRect/>
          </a:stretch>
        </p:blipFill>
        <p:spPr>
          <a:xfrm>
            <a:off x="2345459" y="688694"/>
            <a:ext cx="7092165" cy="3589687"/>
          </a:xfrm>
          <a:prstGeom prst="rect">
            <a:avLst/>
          </a:prstGeom>
        </p:spPr>
      </p:pic>
    </p:spTree>
    <p:extLst>
      <p:ext uri="{BB962C8B-B14F-4D97-AF65-F5344CB8AC3E}">
        <p14:creationId xmlns:p14="http://schemas.microsoft.com/office/powerpoint/2010/main" val="1472844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A8AAB-F58A-4CB6-82BF-EC49913023F2}"/>
              </a:ext>
            </a:extLst>
          </p:cNvPr>
          <p:cNvSpPr>
            <a:spLocks noGrp="1"/>
          </p:cNvSpPr>
          <p:nvPr>
            <p:ph type="title"/>
          </p:nvPr>
        </p:nvSpPr>
        <p:spPr/>
        <p:txBody>
          <a:bodyPr/>
          <a:lstStyle/>
          <a:p>
            <a:r>
              <a:rPr lang="en-US" dirty="0"/>
              <a:t>Azure blob storage pricing</a:t>
            </a:r>
          </a:p>
        </p:txBody>
      </p:sp>
      <p:sp>
        <p:nvSpPr>
          <p:cNvPr id="3" name="Content Placeholder 2">
            <a:extLst>
              <a:ext uri="{FF2B5EF4-FFF2-40B4-BE49-F238E27FC236}">
                <a16:creationId xmlns:a16="http://schemas.microsoft.com/office/drawing/2014/main" id="{E7C27E4B-1326-466C-B086-AC67844F999E}"/>
              </a:ext>
            </a:extLst>
          </p:cNvPr>
          <p:cNvSpPr>
            <a:spLocks noGrp="1"/>
          </p:cNvSpPr>
          <p:nvPr>
            <p:ph idx="1"/>
          </p:nvPr>
        </p:nvSpPr>
        <p:spPr/>
        <p:txBody>
          <a:bodyPr/>
          <a:lstStyle/>
          <a:p>
            <a:pPr marL="0" indent="0">
              <a:buNone/>
            </a:pPr>
            <a:r>
              <a:rPr lang="en-US" dirty="0"/>
              <a:t>    We are students after all...</a:t>
            </a:r>
          </a:p>
          <a:p>
            <a:pPr marL="342900" indent="-342900"/>
            <a:r>
              <a:rPr lang="en-US" dirty="0"/>
              <a:t>0.02 euros / GB (per month)</a:t>
            </a:r>
          </a:p>
          <a:p>
            <a:pPr marL="342900" indent="-342900">
              <a:buClr>
                <a:srgbClr val="FFFFFF"/>
              </a:buClr>
            </a:pPr>
            <a:r>
              <a:rPr lang="en-US" dirty="0"/>
              <a:t>free data retrieval/write</a:t>
            </a:r>
          </a:p>
          <a:p>
            <a:pPr marL="342900" indent="-342900">
              <a:buClr>
                <a:srgbClr val="FFFFFF"/>
              </a:buClr>
            </a:pPr>
            <a:r>
              <a:rPr lang="en-US" dirty="0"/>
              <a:t>0.046 euros/10.000 operations (Append, Put, Copy)</a:t>
            </a:r>
          </a:p>
          <a:p>
            <a:pPr marL="342900" indent="-342900">
              <a:buClr>
                <a:srgbClr val="FFFFFF"/>
              </a:buClr>
            </a:pPr>
            <a:r>
              <a:rPr lang="en-US" dirty="0"/>
              <a:t>0.004 euros/10.000 operations </a:t>
            </a:r>
          </a:p>
          <a:p>
            <a:pPr marL="0" indent="0">
              <a:buClr>
                <a:srgbClr val="FFFFFF"/>
              </a:buClr>
              <a:buNone/>
            </a:pPr>
            <a:endParaRPr lang="en-US" dirty="0"/>
          </a:p>
        </p:txBody>
      </p:sp>
    </p:spTree>
    <p:extLst>
      <p:ext uri="{BB962C8B-B14F-4D97-AF65-F5344CB8AC3E}">
        <p14:creationId xmlns:p14="http://schemas.microsoft.com/office/powerpoint/2010/main" val="715449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220C-8AB0-40BF-BA6E-A8531A919B06}"/>
              </a:ext>
            </a:extLst>
          </p:cNvPr>
          <p:cNvSpPr>
            <a:spLocks noGrp="1"/>
          </p:cNvSpPr>
          <p:nvPr>
            <p:ph type="title"/>
          </p:nvPr>
        </p:nvSpPr>
        <p:spPr/>
        <p:txBody>
          <a:bodyPr/>
          <a:lstStyle/>
          <a:p>
            <a:r>
              <a:rPr lang="en-US" dirty="0"/>
              <a:t>Azure queue storage</a:t>
            </a:r>
          </a:p>
        </p:txBody>
      </p:sp>
      <p:sp>
        <p:nvSpPr>
          <p:cNvPr id="3" name="Content Placeholder 2">
            <a:extLst>
              <a:ext uri="{FF2B5EF4-FFF2-40B4-BE49-F238E27FC236}">
                <a16:creationId xmlns:a16="http://schemas.microsoft.com/office/drawing/2014/main" id="{4F88A217-9886-4DC9-86C3-556AAF4AC628}"/>
              </a:ext>
            </a:extLst>
          </p:cNvPr>
          <p:cNvSpPr>
            <a:spLocks noGrp="1"/>
          </p:cNvSpPr>
          <p:nvPr>
            <p:ph idx="1"/>
          </p:nvPr>
        </p:nvSpPr>
        <p:spPr/>
        <p:txBody>
          <a:bodyPr/>
          <a:lstStyle/>
          <a:p>
            <a:pPr marL="0" indent="0">
              <a:buNone/>
            </a:pPr>
            <a:r>
              <a:rPr lang="en-US" dirty="0"/>
              <a:t>    Used to store and retrieve messages. Queue messages can be up to 64 KB in size, and a queue can contain millions of messages. Queues are general used to store </a:t>
            </a:r>
            <a:r>
              <a:rPr lang="en-US" dirty="0" err="1"/>
              <a:t>lsits</a:t>
            </a:r>
            <a:r>
              <a:rPr lang="en-US" dirty="0"/>
              <a:t> of messages to be processed asynchronously.</a:t>
            </a:r>
          </a:p>
        </p:txBody>
      </p:sp>
    </p:spTree>
    <p:extLst>
      <p:ext uri="{BB962C8B-B14F-4D97-AF65-F5344CB8AC3E}">
        <p14:creationId xmlns:p14="http://schemas.microsoft.com/office/powerpoint/2010/main" val="1960588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3220C-8AB0-40BF-BA6E-A8531A919B06}"/>
              </a:ext>
            </a:extLst>
          </p:cNvPr>
          <p:cNvSpPr>
            <a:spLocks noGrp="1"/>
          </p:cNvSpPr>
          <p:nvPr>
            <p:ph type="title"/>
          </p:nvPr>
        </p:nvSpPr>
        <p:spPr/>
        <p:txBody>
          <a:bodyPr/>
          <a:lstStyle/>
          <a:p>
            <a:r>
              <a:rPr lang="en-US" dirty="0"/>
              <a:t>Azure queue storage</a:t>
            </a:r>
          </a:p>
        </p:txBody>
      </p:sp>
      <p:sp>
        <p:nvSpPr>
          <p:cNvPr id="3" name="Content Placeholder 2">
            <a:extLst>
              <a:ext uri="{FF2B5EF4-FFF2-40B4-BE49-F238E27FC236}">
                <a16:creationId xmlns:a16="http://schemas.microsoft.com/office/drawing/2014/main" id="{4F88A217-9886-4DC9-86C3-556AAF4AC628}"/>
              </a:ext>
            </a:extLst>
          </p:cNvPr>
          <p:cNvSpPr>
            <a:spLocks noGrp="1"/>
          </p:cNvSpPr>
          <p:nvPr>
            <p:ph idx="1"/>
          </p:nvPr>
        </p:nvSpPr>
        <p:spPr/>
        <p:txBody>
          <a:bodyPr/>
          <a:lstStyle/>
          <a:p>
            <a:pPr marL="0" indent="0">
              <a:buNone/>
            </a:pPr>
            <a:r>
              <a:rPr lang="en-US" dirty="0"/>
              <a:t>   For example, say you want your customers to be able to upload pictures, and you want to create thumbnails for each picture. You could have your customer wait for you to create the thumbnails while uploading the pictures. An alternative would be to use a queue. When the customer finished his upload, write a message to the queue. Then, a worker reads the queue and creates the thumbnail.</a:t>
            </a:r>
          </a:p>
        </p:txBody>
      </p:sp>
    </p:spTree>
    <p:extLst>
      <p:ext uri="{BB962C8B-B14F-4D97-AF65-F5344CB8AC3E}">
        <p14:creationId xmlns:p14="http://schemas.microsoft.com/office/powerpoint/2010/main" val="823976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DC539-B040-4840-80BF-459A83F05507}"/>
              </a:ext>
            </a:extLst>
          </p:cNvPr>
          <p:cNvSpPr>
            <a:spLocks noGrp="1"/>
          </p:cNvSpPr>
          <p:nvPr>
            <p:ph type="title"/>
          </p:nvPr>
        </p:nvSpPr>
        <p:spPr/>
        <p:txBody>
          <a:bodyPr/>
          <a:lstStyle/>
          <a:p>
            <a:r>
              <a:rPr lang="en-US" dirty="0"/>
              <a:t>Azure queue storage</a:t>
            </a:r>
          </a:p>
        </p:txBody>
      </p:sp>
      <p:pic>
        <p:nvPicPr>
          <p:cNvPr id="4" name="Picture 4" descr="A screenshot of a cell phone&#10;&#10;Description generated with very high confidence">
            <a:extLst>
              <a:ext uri="{FF2B5EF4-FFF2-40B4-BE49-F238E27FC236}">
                <a16:creationId xmlns:a16="http://schemas.microsoft.com/office/drawing/2014/main" id="{7693362E-F3AA-48B8-AF09-3F373C5223E6}"/>
              </a:ext>
            </a:extLst>
          </p:cNvPr>
          <p:cNvPicPr>
            <a:picLocks noGrp="1" noChangeAspect="1"/>
          </p:cNvPicPr>
          <p:nvPr>
            <p:ph idx="1"/>
          </p:nvPr>
        </p:nvPicPr>
        <p:blipFill>
          <a:blip r:embed="rId2"/>
          <a:stretch>
            <a:fillRect/>
          </a:stretch>
        </p:blipFill>
        <p:spPr>
          <a:xfrm>
            <a:off x="2574058" y="511242"/>
            <a:ext cx="7238628" cy="3697184"/>
          </a:xfrm>
          <a:prstGeom prst="rect">
            <a:avLst/>
          </a:prstGeom>
        </p:spPr>
      </p:pic>
    </p:spTree>
    <p:extLst>
      <p:ext uri="{BB962C8B-B14F-4D97-AF65-F5344CB8AC3E}">
        <p14:creationId xmlns:p14="http://schemas.microsoft.com/office/powerpoint/2010/main" val="811759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1BBC1-73AD-45D5-A4CA-22598CB4BBB8}"/>
              </a:ext>
            </a:extLst>
          </p:cNvPr>
          <p:cNvSpPr>
            <a:spLocks noGrp="1"/>
          </p:cNvSpPr>
          <p:nvPr>
            <p:ph type="title"/>
          </p:nvPr>
        </p:nvSpPr>
        <p:spPr/>
        <p:txBody>
          <a:bodyPr/>
          <a:lstStyle/>
          <a:p>
            <a:r>
              <a:rPr lang="en-US" dirty="0"/>
              <a:t>Azure queue storage pricing</a:t>
            </a:r>
          </a:p>
        </p:txBody>
      </p:sp>
      <p:sp>
        <p:nvSpPr>
          <p:cNvPr id="3" name="Content Placeholder 2">
            <a:extLst>
              <a:ext uri="{FF2B5EF4-FFF2-40B4-BE49-F238E27FC236}">
                <a16:creationId xmlns:a16="http://schemas.microsoft.com/office/drawing/2014/main" id="{203968EF-37C6-45AF-9B2A-EF579AE12845}"/>
              </a:ext>
            </a:extLst>
          </p:cNvPr>
          <p:cNvSpPr>
            <a:spLocks noGrp="1"/>
          </p:cNvSpPr>
          <p:nvPr>
            <p:ph idx="1"/>
          </p:nvPr>
        </p:nvSpPr>
        <p:spPr/>
        <p:txBody>
          <a:bodyPr/>
          <a:lstStyle/>
          <a:p>
            <a:r>
              <a:rPr lang="en-US" dirty="0"/>
              <a:t>0.0003 euros / 10.000 operations (Get, Create, Put, Update)</a:t>
            </a:r>
          </a:p>
        </p:txBody>
      </p:sp>
    </p:spTree>
    <p:extLst>
      <p:ext uri="{BB962C8B-B14F-4D97-AF65-F5344CB8AC3E}">
        <p14:creationId xmlns:p14="http://schemas.microsoft.com/office/powerpoint/2010/main" val="743726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BF7B3-8D26-499A-8AA0-0F7A31360B52}"/>
              </a:ext>
            </a:extLst>
          </p:cNvPr>
          <p:cNvSpPr>
            <a:spLocks noGrp="1"/>
          </p:cNvSpPr>
          <p:nvPr>
            <p:ph type="title"/>
          </p:nvPr>
        </p:nvSpPr>
        <p:spPr>
          <a:xfrm>
            <a:off x="624836" y="5130579"/>
            <a:ext cx="8534400" cy="1507067"/>
          </a:xfrm>
        </p:spPr>
        <p:txBody>
          <a:bodyPr/>
          <a:lstStyle/>
          <a:p>
            <a:r>
              <a:rPr lang="en-US" dirty="0"/>
              <a:t>Insert message in queue</a:t>
            </a:r>
          </a:p>
        </p:txBody>
      </p:sp>
      <p:sp>
        <p:nvSpPr>
          <p:cNvPr id="3" name="Content Placeholder 2">
            <a:extLst>
              <a:ext uri="{FF2B5EF4-FFF2-40B4-BE49-F238E27FC236}">
                <a16:creationId xmlns:a16="http://schemas.microsoft.com/office/drawing/2014/main" id="{DB817E64-B104-4D0F-8AC5-A13BB4A0E507}"/>
              </a:ext>
            </a:extLst>
          </p:cNvPr>
          <p:cNvSpPr>
            <a:spLocks noGrp="1"/>
          </p:cNvSpPr>
          <p:nvPr>
            <p:ph idx="1"/>
          </p:nvPr>
        </p:nvSpPr>
        <p:spPr>
          <a:xfrm>
            <a:off x="486290" y="685800"/>
            <a:ext cx="11701153" cy="4268409"/>
          </a:xfrm>
        </p:spPr>
        <p:txBody>
          <a:bodyPr>
            <a:normAutofit lnSpcReduction="10000"/>
          </a:bodyPr>
          <a:lstStyle/>
          <a:p>
            <a:endParaRPr lang="en-US" sz="1400" dirty="0">
              <a:latin typeface="Consolas"/>
            </a:endParaRPr>
          </a:p>
          <a:p>
            <a:pPr>
              <a:buNone/>
            </a:pPr>
            <a:r>
              <a:rPr lang="en-US" sz="1400" dirty="0">
                <a:latin typeface="Consolas"/>
              </a:rPr>
              <a:t>// Retrieve storage account from connection string. </a:t>
            </a:r>
          </a:p>
          <a:p>
            <a:pPr>
              <a:buNone/>
            </a:pPr>
            <a:r>
              <a:rPr lang="en-US" sz="1400" dirty="0" err="1">
                <a:latin typeface="Consolas"/>
              </a:rPr>
              <a:t>CloudStorageAccount</a:t>
            </a:r>
            <a:r>
              <a:rPr lang="en-US" sz="1400" dirty="0">
                <a:latin typeface="Consolas"/>
              </a:rPr>
              <a:t> </a:t>
            </a:r>
            <a:r>
              <a:rPr lang="en-US" sz="1400" dirty="0" err="1">
                <a:latin typeface="Consolas"/>
              </a:rPr>
              <a:t>storageAccount</a:t>
            </a:r>
            <a:r>
              <a:rPr lang="en-US" sz="1400" dirty="0">
                <a:latin typeface="Consolas"/>
              </a:rPr>
              <a:t> = </a:t>
            </a:r>
            <a:r>
              <a:rPr lang="en-US" sz="1400" dirty="0" err="1">
                <a:latin typeface="Consolas"/>
              </a:rPr>
              <a:t>CloudStorageAccount.Parse</a:t>
            </a:r>
            <a:r>
              <a:rPr lang="en-US" sz="1400" dirty="0">
                <a:latin typeface="Consolas"/>
              </a:rPr>
              <a:t>(</a:t>
            </a:r>
            <a:r>
              <a:rPr lang="en-US" sz="1400" dirty="0" err="1">
                <a:latin typeface="Consolas"/>
              </a:rPr>
              <a:t>CloudConfigurationManager.GetSetting</a:t>
            </a:r>
            <a:r>
              <a:rPr lang="en-US" sz="1400" dirty="0">
                <a:latin typeface="Consolas"/>
              </a:rPr>
              <a:t>("</a:t>
            </a:r>
            <a:r>
              <a:rPr lang="en-US" sz="1400" dirty="0" err="1">
                <a:latin typeface="Consolas"/>
              </a:rPr>
              <a:t>StorageConnectionString</a:t>
            </a:r>
            <a:r>
              <a:rPr lang="en-US" sz="1400" dirty="0">
                <a:latin typeface="Consolas"/>
              </a:rPr>
              <a:t>")); </a:t>
            </a:r>
            <a:endParaRPr lang="en-US" dirty="0">
              <a:latin typeface="Century Gothic"/>
            </a:endParaRPr>
          </a:p>
          <a:p>
            <a:pPr>
              <a:buNone/>
            </a:pPr>
            <a:endParaRPr lang="en-US" sz="1400" dirty="0">
              <a:latin typeface="Consolas"/>
            </a:endParaRPr>
          </a:p>
          <a:p>
            <a:pPr>
              <a:buNone/>
            </a:pPr>
            <a:r>
              <a:rPr lang="en-US" sz="1400" dirty="0">
                <a:latin typeface="Consolas"/>
              </a:rPr>
              <a:t>// Create the queue client. </a:t>
            </a:r>
            <a:endParaRPr lang="en-US" dirty="0">
              <a:latin typeface="Century Gothic"/>
            </a:endParaRPr>
          </a:p>
          <a:p>
            <a:pPr>
              <a:buNone/>
            </a:pPr>
            <a:r>
              <a:rPr lang="en-US" sz="1400" dirty="0" err="1">
                <a:latin typeface="Consolas"/>
              </a:rPr>
              <a:t>CloudQueueClient</a:t>
            </a:r>
            <a:r>
              <a:rPr lang="en-US" sz="1400" dirty="0">
                <a:latin typeface="Consolas"/>
              </a:rPr>
              <a:t> </a:t>
            </a:r>
            <a:r>
              <a:rPr lang="en-US" sz="1400" dirty="0" err="1">
                <a:latin typeface="Consolas"/>
              </a:rPr>
              <a:t>queueClient</a:t>
            </a:r>
            <a:r>
              <a:rPr lang="en-US" sz="1400" dirty="0">
                <a:latin typeface="Consolas"/>
              </a:rPr>
              <a:t> = </a:t>
            </a:r>
            <a:r>
              <a:rPr lang="en-US" sz="1400" dirty="0" err="1">
                <a:latin typeface="Consolas"/>
              </a:rPr>
              <a:t>storageAccount.CreateCloudQueueClient</a:t>
            </a:r>
            <a:r>
              <a:rPr lang="en-US" sz="1400" dirty="0">
                <a:latin typeface="Consolas"/>
              </a:rPr>
              <a:t>();</a:t>
            </a:r>
            <a:endParaRPr lang="en-US" dirty="0">
              <a:latin typeface="Century Gothic"/>
            </a:endParaRPr>
          </a:p>
          <a:p>
            <a:pPr>
              <a:buNone/>
            </a:pPr>
            <a:r>
              <a:rPr lang="en-US" sz="1400" dirty="0">
                <a:latin typeface="Consolas"/>
              </a:rPr>
              <a:t>// Retrieve a reference to a queue. </a:t>
            </a:r>
            <a:endParaRPr lang="en-US" dirty="0">
              <a:latin typeface="Century Gothic"/>
            </a:endParaRPr>
          </a:p>
          <a:p>
            <a:pPr>
              <a:buNone/>
            </a:pPr>
            <a:r>
              <a:rPr lang="en-US" sz="1400" dirty="0" err="1">
                <a:latin typeface="Consolas"/>
              </a:rPr>
              <a:t>CloudQueue</a:t>
            </a:r>
            <a:r>
              <a:rPr lang="en-US" sz="1400" dirty="0">
                <a:latin typeface="Consolas"/>
              </a:rPr>
              <a:t> queue = </a:t>
            </a:r>
            <a:r>
              <a:rPr lang="en-US" sz="1400" dirty="0" err="1">
                <a:latin typeface="Consolas"/>
              </a:rPr>
              <a:t>queueClient.GetQueueReference</a:t>
            </a:r>
            <a:r>
              <a:rPr lang="en-US" sz="1400" dirty="0">
                <a:latin typeface="Consolas"/>
              </a:rPr>
              <a:t>("</a:t>
            </a:r>
            <a:r>
              <a:rPr lang="en-US" sz="1400" dirty="0" err="1">
                <a:latin typeface="Consolas"/>
              </a:rPr>
              <a:t>myqueue</a:t>
            </a:r>
            <a:r>
              <a:rPr lang="en-US" sz="1400" dirty="0">
                <a:latin typeface="Consolas"/>
              </a:rPr>
              <a:t>"); </a:t>
            </a:r>
            <a:endParaRPr lang="en-US">
              <a:latin typeface="Century Gothic"/>
            </a:endParaRPr>
          </a:p>
          <a:p>
            <a:pPr>
              <a:buNone/>
            </a:pPr>
            <a:r>
              <a:rPr lang="en-US" sz="1400" dirty="0">
                <a:latin typeface="Consolas"/>
              </a:rPr>
              <a:t>// Create the queue if it doesn't already exist. </a:t>
            </a:r>
            <a:endParaRPr lang="en-US">
              <a:latin typeface="Century Gothic"/>
            </a:endParaRPr>
          </a:p>
          <a:p>
            <a:pPr>
              <a:buNone/>
            </a:pPr>
            <a:r>
              <a:rPr lang="en-US" sz="1400" dirty="0" err="1">
                <a:latin typeface="Consolas"/>
              </a:rPr>
              <a:t>queue.CreateIfNotExists</a:t>
            </a:r>
            <a:r>
              <a:rPr lang="en-US" sz="1400" dirty="0">
                <a:latin typeface="Consolas"/>
              </a:rPr>
              <a:t>(); </a:t>
            </a:r>
            <a:endParaRPr lang="en-US" dirty="0">
              <a:latin typeface="Century Gothic"/>
            </a:endParaRPr>
          </a:p>
          <a:p>
            <a:pPr>
              <a:buNone/>
            </a:pPr>
            <a:r>
              <a:rPr lang="en-US" sz="1400" dirty="0">
                <a:latin typeface="Consolas"/>
              </a:rPr>
              <a:t>// Create a message and add it to the queue. </a:t>
            </a:r>
            <a:endParaRPr lang="en-US" dirty="0">
              <a:latin typeface="Century Gothic"/>
            </a:endParaRPr>
          </a:p>
          <a:p>
            <a:pPr>
              <a:buNone/>
            </a:pPr>
            <a:r>
              <a:rPr lang="en-US" sz="1400" dirty="0" err="1">
                <a:latin typeface="Consolas"/>
              </a:rPr>
              <a:t>CloudQueueMessage</a:t>
            </a:r>
            <a:r>
              <a:rPr lang="en-US" sz="1400" dirty="0">
                <a:latin typeface="Consolas"/>
              </a:rPr>
              <a:t> message = new </a:t>
            </a:r>
            <a:r>
              <a:rPr lang="en-US" sz="1400" dirty="0" err="1">
                <a:latin typeface="Consolas"/>
              </a:rPr>
              <a:t>CloudQueueMessage</a:t>
            </a:r>
            <a:r>
              <a:rPr lang="en-US" sz="1400" dirty="0">
                <a:latin typeface="Consolas"/>
              </a:rPr>
              <a:t>("Hello, World"); </a:t>
            </a:r>
            <a:endParaRPr lang="en-US">
              <a:latin typeface="Century Gothic"/>
            </a:endParaRPr>
          </a:p>
          <a:p>
            <a:pPr>
              <a:buNone/>
            </a:pPr>
            <a:r>
              <a:rPr lang="en-US" sz="1400" dirty="0" err="1">
                <a:latin typeface="Consolas"/>
              </a:rPr>
              <a:t>queue.AddMessage</a:t>
            </a:r>
            <a:r>
              <a:rPr lang="en-US" sz="1400" dirty="0">
                <a:latin typeface="Consolas"/>
              </a:rPr>
              <a:t>(message);</a:t>
            </a:r>
            <a:endParaRPr lang="en-US" dirty="0"/>
          </a:p>
        </p:txBody>
      </p:sp>
    </p:spTree>
    <p:extLst>
      <p:ext uri="{BB962C8B-B14F-4D97-AF65-F5344CB8AC3E}">
        <p14:creationId xmlns:p14="http://schemas.microsoft.com/office/powerpoint/2010/main" val="2952025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BF7B3-8D26-499A-8AA0-0F7A31360B52}"/>
              </a:ext>
            </a:extLst>
          </p:cNvPr>
          <p:cNvSpPr>
            <a:spLocks noGrp="1"/>
          </p:cNvSpPr>
          <p:nvPr>
            <p:ph type="title"/>
          </p:nvPr>
        </p:nvSpPr>
        <p:spPr>
          <a:xfrm>
            <a:off x="624836" y="5130579"/>
            <a:ext cx="8534400" cy="1507067"/>
          </a:xfrm>
        </p:spPr>
        <p:txBody>
          <a:bodyPr/>
          <a:lstStyle/>
          <a:p>
            <a:r>
              <a:rPr lang="en-US" dirty="0"/>
              <a:t>Dequeue message in queue</a:t>
            </a:r>
          </a:p>
        </p:txBody>
      </p:sp>
      <p:sp>
        <p:nvSpPr>
          <p:cNvPr id="3" name="Content Placeholder 2">
            <a:extLst>
              <a:ext uri="{FF2B5EF4-FFF2-40B4-BE49-F238E27FC236}">
                <a16:creationId xmlns:a16="http://schemas.microsoft.com/office/drawing/2014/main" id="{DB817E64-B104-4D0F-8AC5-A13BB4A0E507}"/>
              </a:ext>
            </a:extLst>
          </p:cNvPr>
          <p:cNvSpPr>
            <a:spLocks noGrp="1"/>
          </p:cNvSpPr>
          <p:nvPr>
            <p:ph idx="1"/>
          </p:nvPr>
        </p:nvSpPr>
        <p:spPr>
          <a:xfrm>
            <a:off x="486290" y="685800"/>
            <a:ext cx="11701153" cy="4268409"/>
          </a:xfrm>
        </p:spPr>
        <p:txBody>
          <a:bodyPr>
            <a:normAutofit/>
          </a:bodyPr>
          <a:lstStyle/>
          <a:p>
            <a:pPr marL="0" indent="0">
              <a:buNone/>
            </a:pPr>
            <a:r>
              <a:rPr lang="en-US" sz="1400" dirty="0">
                <a:latin typeface="Consolas"/>
              </a:rPr>
              <a:t>// Retrieve storage account from connection string </a:t>
            </a:r>
            <a:endParaRPr lang="en-US" dirty="0"/>
          </a:p>
          <a:p>
            <a:pPr marL="0" indent="0">
              <a:buClr>
                <a:srgbClr val="FFFFFF"/>
              </a:buClr>
              <a:buNone/>
            </a:pPr>
            <a:r>
              <a:rPr lang="en-US" sz="1400" err="1">
                <a:latin typeface="Consolas"/>
              </a:rPr>
              <a:t>CloudStorageAccount</a:t>
            </a:r>
            <a:r>
              <a:rPr lang="en-US" sz="1400" dirty="0">
                <a:latin typeface="Consolas"/>
              </a:rPr>
              <a:t> </a:t>
            </a:r>
            <a:r>
              <a:rPr lang="en-US" sz="1400" err="1">
                <a:latin typeface="Consolas"/>
              </a:rPr>
              <a:t>storageAccount</a:t>
            </a:r>
            <a:r>
              <a:rPr lang="en-US" sz="1400" dirty="0">
                <a:latin typeface="Consolas"/>
              </a:rPr>
              <a:t> = </a:t>
            </a:r>
            <a:r>
              <a:rPr lang="en-US" sz="1400" err="1">
                <a:latin typeface="Consolas"/>
              </a:rPr>
              <a:t>CloudStorageAccount.Parse</a:t>
            </a:r>
            <a:r>
              <a:rPr lang="en-US" sz="1400" dirty="0">
                <a:latin typeface="Consolas"/>
              </a:rPr>
              <a:t>( </a:t>
            </a:r>
            <a:r>
              <a:rPr lang="en-US" sz="1400" err="1">
                <a:latin typeface="Consolas"/>
              </a:rPr>
              <a:t>CloudConfigurationManager.GetSetting</a:t>
            </a:r>
            <a:r>
              <a:rPr lang="en-US" sz="1400" dirty="0">
                <a:latin typeface="Consolas"/>
              </a:rPr>
              <a:t>("</a:t>
            </a:r>
            <a:r>
              <a:rPr lang="en-US" sz="1400" err="1">
                <a:latin typeface="Consolas"/>
              </a:rPr>
              <a:t>StorageConnectionString</a:t>
            </a:r>
            <a:r>
              <a:rPr lang="en-US" sz="1400" dirty="0">
                <a:latin typeface="Consolas"/>
              </a:rPr>
              <a:t>")); </a:t>
            </a:r>
            <a:endParaRPr lang="en-US">
              <a:latin typeface="Century Gothic"/>
            </a:endParaRPr>
          </a:p>
          <a:p>
            <a:pPr marL="0" indent="0">
              <a:buNone/>
            </a:pPr>
            <a:r>
              <a:rPr lang="en-US" sz="1400" dirty="0">
                <a:latin typeface="Consolas"/>
              </a:rPr>
              <a:t>// Create the queue client </a:t>
            </a:r>
            <a:endParaRPr lang="en-US" dirty="0">
              <a:latin typeface="Century Gothic"/>
            </a:endParaRPr>
          </a:p>
          <a:p>
            <a:pPr marL="0" indent="0">
              <a:buNone/>
            </a:pPr>
            <a:r>
              <a:rPr lang="en-US" sz="1400" dirty="0" err="1">
                <a:latin typeface="Consolas"/>
              </a:rPr>
              <a:t>CloudQueueClient</a:t>
            </a:r>
            <a:r>
              <a:rPr lang="en-US" sz="1400" dirty="0">
                <a:latin typeface="Consolas"/>
              </a:rPr>
              <a:t> </a:t>
            </a:r>
            <a:r>
              <a:rPr lang="en-US" sz="1400" dirty="0" err="1">
                <a:latin typeface="Consolas"/>
              </a:rPr>
              <a:t>queueClient</a:t>
            </a:r>
            <a:r>
              <a:rPr lang="en-US" sz="1400" dirty="0">
                <a:latin typeface="Consolas"/>
              </a:rPr>
              <a:t> = </a:t>
            </a:r>
            <a:r>
              <a:rPr lang="en-US" sz="1400" dirty="0" err="1">
                <a:latin typeface="Consolas"/>
              </a:rPr>
              <a:t>storageAccount.CreateCloudQueueClient</a:t>
            </a:r>
            <a:r>
              <a:rPr lang="en-US" sz="1400" dirty="0">
                <a:latin typeface="Consolas"/>
              </a:rPr>
              <a:t>(); </a:t>
            </a:r>
            <a:endParaRPr lang="en-US">
              <a:latin typeface="Century Gothic"/>
            </a:endParaRPr>
          </a:p>
          <a:p>
            <a:pPr marL="0" indent="0">
              <a:buNone/>
            </a:pPr>
            <a:r>
              <a:rPr lang="en-US" sz="1400" dirty="0">
                <a:latin typeface="Consolas"/>
              </a:rPr>
              <a:t>// Retrieve a reference to a queue </a:t>
            </a:r>
            <a:endParaRPr lang="en-US" dirty="0">
              <a:latin typeface="Century Gothic"/>
            </a:endParaRPr>
          </a:p>
          <a:p>
            <a:pPr marL="0" indent="0">
              <a:buNone/>
            </a:pPr>
            <a:r>
              <a:rPr lang="en-US" sz="1400" dirty="0" err="1">
                <a:latin typeface="Consolas"/>
              </a:rPr>
              <a:t>CloudQueue</a:t>
            </a:r>
            <a:r>
              <a:rPr lang="en-US" sz="1400" dirty="0">
                <a:latin typeface="Consolas"/>
              </a:rPr>
              <a:t> queue = </a:t>
            </a:r>
            <a:r>
              <a:rPr lang="en-US" sz="1400" dirty="0" err="1">
                <a:latin typeface="Consolas"/>
              </a:rPr>
              <a:t>queueClient.GetQueueReference</a:t>
            </a:r>
            <a:r>
              <a:rPr lang="en-US" sz="1400" dirty="0">
                <a:latin typeface="Consolas"/>
              </a:rPr>
              <a:t>("</a:t>
            </a:r>
            <a:r>
              <a:rPr lang="en-US" sz="1400" dirty="0" err="1">
                <a:latin typeface="Consolas"/>
              </a:rPr>
              <a:t>myqueue</a:t>
            </a:r>
            <a:r>
              <a:rPr lang="en-US" sz="1400" dirty="0">
                <a:latin typeface="Consolas"/>
              </a:rPr>
              <a:t>"); </a:t>
            </a:r>
            <a:endParaRPr lang="en-US">
              <a:latin typeface="Century Gothic"/>
            </a:endParaRPr>
          </a:p>
          <a:p>
            <a:pPr marL="0" indent="0">
              <a:buNone/>
            </a:pPr>
            <a:r>
              <a:rPr lang="en-US" sz="1400" dirty="0">
                <a:latin typeface="Consolas"/>
              </a:rPr>
              <a:t>// Get the next message </a:t>
            </a:r>
            <a:endParaRPr lang="en-US" dirty="0">
              <a:latin typeface="Century Gothic"/>
            </a:endParaRPr>
          </a:p>
          <a:p>
            <a:pPr marL="0" indent="0">
              <a:buNone/>
            </a:pPr>
            <a:r>
              <a:rPr lang="en-US" sz="1400" dirty="0" err="1">
                <a:latin typeface="Consolas"/>
              </a:rPr>
              <a:t>CloudQueueMessage</a:t>
            </a:r>
            <a:r>
              <a:rPr lang="en-US" sz="1400" dirty="0">
                <a:latin typeface="Consolas"/>
              </a:rPr>
              <a:t> </a:t>
            </a:r>
            <a:r>
              <a:rPr lang="en-US" sz="1400" dirty="0" err="1">
                <a:latin typeface="Consolas"/>
              </a:rPr>
              <a:t>retrievedMessage</a:t>
            </a:r>
            <a:r>
              <a:rPr lang="en-US" sz="1400" dirty="0">
                <a:latin typeface="Consolas"/>
              </a:rPr>
              <a:t> = </a:t>
            </a:r>
            <a:r>
              <a:rPr lang="en-US" sz="1400" dirty="0" err="1">
                <a:latin typeface="Consolas"/>
              </a:rPr>
              <a:t>queue.GetMessage</a:t>
            </a:r>
            <a:r>
              <a:rPr lang="en-US" sz="1400" dirty="0">
                <a:latin typeface="Consolas"/>
              </a:rPr>
              <a:t>(); </a:t>
            </a:r>
            <a:endParaRPr lang="en-US">
              <a:latin typeface="Century Gothic"/>
            </a:endParaRPr>
          </a:p>
          <a:p>
            <a:pPr marL="0" indent="0">
              <a:buNone/>
            </a:pPr>
            <a:r>
              <a:rPr lang="en-US" sz="1400" dirty="0">
                <a:latin typeface="Consolas"/>
              </a:rPr>
              <a:t>//Process the message in less than 30 seconds, and then delete the message </a:t>
            </a:r>
            <a:endParaRPr lang="en-US" dirty="0">
              <a:latin typeface="Century Gothic"/>
            </a:endParaRPr>
          </a:p>
          <a:p>
            <a:pPr marL="0" indent="0">
              <a:buNone/>
            </a:pPr>
            <a:r>
              <a:rPr lang="en-US" sz="1400" dirty="0" err="1">
                <a:latin typeface="Consolas"/>
              </a:rPr>
              <a:t>queue.DeleteMessage</a:t>
            </a:r>
            <a:r>
              <a:rPr lang="en-US" sz="1400" dirty="0">
                <a:latin typeface="Consolas"/>
              </a:rPr>
              <a:t>(</a:t>
            </a:r>
            <a:r>
              <a:rPr lang="en-US" sz="1400" dirty="0" err="1">
                <a:latin typeface="Consolas"/>
              </a:rPr>
              <a:t>retrievedMessage</a:t>
            </a:r>
            <a:r>
              <a:rPr lang="en-US" sz="1400" dirty="0">
                <a:latin typeface="Consolas"/>
              </a:rPr>
              <a:t>);</a:t>
            </a:r>
            <a:endParaRPr lang="en-US" dirty="0"/>
          </a:p>
        </p:txBody>
      </p:sp>
    </p:spTree>
    <p:extLst>
      <p:ext uri="{BB962C8B-B14F-4D97-AF65-F5344CB8AC3E}">
        <p14:creationId xmlns:p14="http://schemas.microsoft.com/office/powerpoint/2010/main" val="2456535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81AC-3185-4146-8E4D-5E9584CE5B2B}"/>
              </a:ext>
            </a:extLst>
          </p:cNvPr>
          <p:cNvSpPr>
            <a:spLocks noGrp="1"/>
          </p:cNvSpPr>
          <p:nvPr>
            <p:ph type="title"/>
          </p:nvPr>
        </p:nvSpPr>
        <p:spPr/>
        <p:txBody>
          <a:bodyPr/>
          <a:lstStyle/>
          <a:p>
            <a:r>
              <a:rPr lang="en-US" dirty="0"/>
              <a:t>Azure table storage</a:t>
            </a:r>
          </a:p>
        </p:txBody>
      </p:sp>
      <p:sp>
        <p:nvSpPr>
          <p:cNvPr id="3" name="Content Placeholder 2">
            <a:extLst>
              <a:ext uri="{FF2B5EF4-FFF2-40B4-BE49-F238E27FC236}">
                <a16:creationId xmlns:a16="http://schemas.microsoft.com/office/drawing/2014/main" id="{87F22631-7A4C-47A3-8035-EBC7AA1A930F}"/>
              </a:ext>
            </a:extLst>
          </p:cNvPr>
          <p:cNvSpPr>
            <a:spLocks noGrp="1"/>
          </p:cNvSpPr>
          <p:nvPr>
            <p:ph idx="1"/>
          </p:nvPr>
        </p:nvSpPr>
        <p:spPr/>
        <p:txBody>
          <a:bodyPr/>
          <a:lstStyle/>
          <a:p>
            <a:pPr marL="0" indent="0">
              <a:buNone/>
            </a:pPr>
            <a:r>
              <a:rPr lang="en-US" dirty="0"/>
              <a:t>    Azure Table storage stores large amounts of structured data. The service is a NoSQL datastore which accepts authenticated calls from inside and outside the Azure cloud. </a:t>
            </a:r>
          </a:p>
          <a:p>
            <a:pPr marL="0" indent="0">
              <a:buNone/>
            </a:pPr>
            <a:r>
              <a:rPr lang="en-US" dirty="0"/>
              <a:t>    Azure tables are ideal for storing structured, non-relational data.</a:t>
            </a:r>
          </a:p>
        </p:txBody>
      </p:sp>
    </p:spTree>
    <p:extLst>
      <p:ext uri="{BB962C8B-B14F-4D97-AF65-F5344CB8AC3E}">
        <p14:creationId xmlns:p14="http://schemas.microsoft.com/office/powerpoint/2010/main" val="3539839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581AC-3185-4146-8E4D-5E9584CE5B2B}"/>
              </a:ext>
            </a:extLst>
          </p:cNvPr>
          <p:cNvSpPr>
            <a:spLocks noGrp="1"/>
          </p:cNvSpPr>
          <p:nvPr>
            <p:ph type="title"/>
          </p:nvPr>
        </p:nvSpPr>
        <p:spPr/>
        <p:txBody>
          <a:bodyPr/>
          <a:lstStyle/>
          <a:p>
            <a:r>
              <a:rPr lang="en-US" dirty="0"/>
              <a:t>Azure table storage</a:t>
            </a:r>
          </a:p>
        </p:txBody>
      </p:sp>
      <p:sp>
        <p:nvSpPr>
          <p:cNvPr id="3" name="Content Placeholder 2">
            <a:extLst>
              <a:ext uri="{FF2B5EF4-FFF2-40B4-BE49-F238E27FC236}">
                <a16:creationId xmlns:a16="http://schemas.microsoft.com/office/drawing/2014/main" id="{87F22631-7A4C-47A3-8035-EBC7AA1A930F}"/>
              </a:ext>
            </a:extLst>
          </p:cNvPr>
          <p:cNvSpPr>
            <a:spLocks noGrp="1"/>
          </p:cNvSpPr>
          <p:nvPr>
            <p:ph idx="1"/>
          </p:nvPr>
        </p:nvSpPr>
        <p:spPr/>
        <p:txBody>
          <a:bodyPr/>
          <a:lstStyle/>
          <a:p>
            <a:pPr marL="0" indent="0">
              <a:buNone/>
            </a:pPr>
            <a:r>
              <a:rPr lang="en-US" dirty="0"/>
              <a:t>    Common uses of Table storage:</a:t>
            </a:r>
          </a:p>
          <a:p>
            <a:r>
              <a:rPr lang="en-US" dirty="0"/>
              <a:t>Storing TBs of structured data capable of service web scale applications.</a:t>
            </a:r>
          </a:p>
          <a:p>
            <a:pPr>
              <a:buClr>
                <a:srgbClr val="FFFFFF"/>
              </a:buClr>
            </a:pPr>
            <a:r>
              <a:rPr lang="en-US" dirty="0"/>
              <a:t>Storing datasets that don't require complex joins, foreign keys, or stored procedures and can be </a:t>
            </a:r>
            <a:r>
              <a:rPr lang="en-US" dirty="0" err="1"/>
              <a:t>denormalized</a:t>
            </a:r>
            <a:r>
              <a:rPr lang="en-US" dirty="0"/>
              <a:t> for fast access.</a:t>
            </a:r>
          </a:p>
          <a:p>
            <a:pPr>
              <a:buClr>
                <a:srgbClr val="FFFFFF"/>
              </a:buClr>
            </a:pPr>
            <a:r>
              <a:rPr lang="en-US" dirty="0"/>
              <a:t>Quickly querying data using a clustered index.</a:t>
            </a:r>
          </a:p>
          <a:p>
            <a:pPr>
              <a:buClr>
                <a:srgbClr val="FFFFFF"/>
              </a:buClr>
            </a:pPr>
            <a:r>
              <a:rPr lang="en-US" dirty="0"/>
              <a:t>Accessing data using LINQ queries.</a:t>
            </a:r>
          </a:p>
          <a:p>
            <a:pPr marL="0" indent="0">
              <a:buNone/>
            </a:pPr>
            <a:endParaRPr lang="en-US" dirty="0"/>
          </a:p>
        </p:txBody>
      </p:sp>
    </p:spTree>
    <p:extLst>
      <p:ext uri="{BB962C8B-B14F-4D97-AF65-F5344CB8AC3E}">
        <p14:creationId xmlns:p14="http://schemas.microsoft.com/office/powerpoint/2010/main" val="3039349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E796B-8DDF-4271-9CF2-2BA04BC728C2}"/>
              </a:ext>
            </a:extLst>
          </p:cNvPr>
          <p:cNvSpPr>
            <a:spLocks noGrp="1"/>
          </p:cNvSpPr>
          <p:nvPr>
            <p:ph type="title"/>
          </p:nvPr>
        </p:nvSpPr>
        <p:spPr/>
        <p:txBody>
          <a:bodyPr/>
          <a:lstStyle/>
          <a:p>
            <a:r>
              <a:rPr lang="en-US" dirty="0"/>
              <a:t>Azure table storage</a:t>
            </a:r>
          </a:p>
        </p:txBody>
      </p:sp>
      <p:pic>
        <p:nvPicPr>
          <p:cNvPr id="4" name="Picture 4" descr="A close up of a sign&#10;&#10;Description generated with very high confidence">
            <a:extLst>
              <a:ext uri="{FF2B5EF4-FFF2-40B4-BE49-F238E27FC236}">
                <a16:creationId xmlns:a16="http://schemas.microsoft.com/office/drawing/2014/main" id="{CD5BA932-A7AE-4DB0-963C-18B28C89AC01}"/>
              </a:ext>
            </a:extLst>
          </p:cNvPr>
          <p:cNvPicPr>
            <a:picLocks noGrp="1" noChangeAspect="1"/>
          </p:cNvPicPr>
          <p:nvPr>
            <p:ph idx="1"/>
          </p:nvPr>
        </p:nvPicPr>
        <p:blipFill>
          <a:blip r:embed="rId2"/>
          <a:stretch>
            <a:fillRect/>
          </a:stretch>
        </p:blipFill>
        <p:spPr>
          <a:xfrm>
            <a:off x="2504848" y="594681"/>
            <a:ext cx="7386946" cy="3886570"/>
          </a:xfrm>
          <a:prstGeom prst="rect">
            <a:avLst/>
          </a:prstGeom>
        </p:spPr>
      </p:pic>
    </p:spTree>
    <p:extLst>
      <p:ext uri="{BB962C8B-B14F-4D97-AF65-F5344CB8AC3E}">
        <p14:creationId xmlns:p14="http://schemas.microsoft.com/office/powerpoint/2010/main" val="2916871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2A3D3-3747-4F80-A7ED-2949A9442432}"/>
              </a:ext>
            </a:extLst>
          </p:cNvPr>
          <p:cNvSpPr>
            <a:spLocks noGrp="1"/>
          </p:cNvSpPr>
          <p:nvPr>
            <p:ph type="title"/>
          </p:nvPr>
        </p:nvSpPr>
        <p:spPr/>
        <p:txBody>
          <a:bodyPr/>
          <a:lstStyle/>
          <a:p>
            <a:r>
              <a:rPr lang="en-US" dirty="0"/>
              <a:t>Adding an entity in azure table storage</a:t>
            </a:r>
          </a:p>
        </p:txBody>
      </p:sp>
      <p:sp>
        <p:nvSpPr>
          <p:cNvPr id="3" name="Content Placeholder 2">
            <a:extLst>
              <a:ext uri="{FF2B5EF4-FFF2-40B4-BE49-F238E27FC236}">
                <a16:creationId xmlns:a16="http://schemas.microsoft.com/office/drawing/2014/main" id="{AEE287A2-CEE6-424B-BD9C-80FC2A733ECF}"/>
              </a:ext>
            </a:extLst>
          </p:cNvPr>
          <p:cNvSpPr>
            <a:spLocks noGrp="1"/>
          </p:cNvSpPr>
          <p:nvPr>
            <p:ph idx="1"/>
          </p:nvPr>
        </p:nvSpPr>
        <p:spPr>
          <a:xfrm>
            <a:off x="901927" y="111826"/>
            <a:ext cx="10899568" cy="4189241"/>
          </a:xfrm>
        </p:spPr>
        <p:txBody>
          <a:bodyPr>
            <a:normAutofit fontScale="85000" lnSpcReduction="20000"/>
          </a:bodyPr>
          <a:lstStyle/>
          <a:p>
            <a:pPr>
              <a:buNone/>
            </a:pPr>
            <a:r>
              <a:rPr lang="en-US" sz="1400" dirty="0">
                <a:latin typeface="Consolas"/>
              </a:rPr>
              <a:t>// Retrieve the storage account from the connection string. </a:t>
            </a:r>
            <a:endParaRPr lang="en-US">
              <a:latin typeface="Century Gothic"/>
            </a:endParaRPr>
          </a:p>
          <a:p>
            <a:pPr>
              <a:buNone/>
            </a:pPr>
            <a:r>
              <a:rPr lang="en-US" sz="1400" dirty="0" err="1">
                <a:latin typeface="Consolas"/>
              </a:rPr>
              <a:t>CloudStorageAccount</a:t>
            </a:r>
            <a:r>
              <a:rPr lang="en-US" sz="1400" dirty="0">
                <a:latin typeface="Consolas"/>
              </a:rPr>
              <a:t> </a:t>
            </a:r>
            <a:r>
              <a:rPr lang="en-US" sz="1400" dirty="0" err="1">
                <a:latin typeface="Consolas"/>
              </a:rPr>
              <a:t>storageAccount</a:t>
            </a:r>
            <a:r>
              <a:rPr lang="en-US" sz="1400" dirty="0">
                <a:latin typeface="Consolas"/>
              </a:rPr>
              <a:t> = </a:t>
            </a:r>
            <a:r>
              <a:rPr lang="en-US" sz="1400" dirty="0" err="1">
                <a:latin typeface="Consolas"/>
              </a:rPr>
              <a:t>CloudStorageAccount.Parse</a:t>
            </a:r>
            <a:r>
              <a:rPr lang="en-US" sz="1400" dirty="0">
                <a:latin typeface="Consolas"/>
              </a:rPr>
              <a:t>( </a:t>
            </a:r>
            <a:r>
              <a:rPr lang="en-US" sz="1400" dirty="0" err="1">
                <a:latin typeface="Consolas"/>
              </a:rPr>
              <a:t>CloudConfigurationManager.GetSetting</a:t>
            </a:r>
            <a:r>
              <a:rPr lang="en-US" sz="1400" dirty="0">
                <a:latin typeface="Consolas"/>
              </a:rPr>
              <a:t>("</a:t>
            </a:r>
            <a:r>
              <a:rPr lang="en-US" sz="1400" dirty="0" err="1">
                <a:latin typeface="Consolas"/>
              </a:rPr>
              <a:t>StorageConnectionString</a:t>
            </a:r>
            <a:r>
              <a:rPr lang="en-US" sz="1400" dirty="0">
                <a:latin typeface="Consolas"/>
              </a:rPr>
              <a:t>")); </a:t>
            </a:r>
            <a:endParaRPr lang="en-US"/>
          </a:p>
          <a:p>
            <a:pPr>
              <a:buNone/>
            </a:pPr>
            <a:r>
              <a:rPr lang="en-US" sz="1400" dirty="0">
                <a:latin typeface="Consolas"/>
              </a:rPr>
              <a:t>// Create the table client. </a:t>
            </a:r>
            <a:endParaRPr lang="en-US" dirty="0">
              <a:latin typeface="Century Gothic"/>
            </a:endParaRPr>
          </a:p>
          <a:p>
            <a:pPr>
              <a:buNone/>
            </a:pPr>
            <a:r>
              <a:rPr lang="en-US" sz="1400" dirty="0" err="1">
                <a:latin typeface="Consolas"/>
              </a:rPr>
              <a:t>CloudTableClient</a:t>
            </a:r>
            <a:r>
              <a:rPr lang="en-US" sz="1400" dirty="0">
                <a:latin typeface="Consolas"/>
              </a:rPr>
              <a:t> </a:t>
            </a:r>
            <a:r>
              <a:rPr lang="en-US" sz="1400" dirty="0" err="1">
                <a:latin typeface="Consolas"/>
              </a:rPr>
              <a:t>tableClient</a:t>
            </a:r>
            <a:r>
              <a:rPr lang="en-US" sz="1400" dirty="0">
                <a:latin typeface="Consolas"/>
              </a:rPr>
              <a:t> = </a:t>
            </a:r>
            <a:r>
              <a:rPr lang="en-US" sz="1400" dirty="0" err="1">
                <a:latin typeface="Consolas"/>
              </a:rPr>
              <a:t>storageAccount.CreateCloudTableClient</a:t>
            </a:r>
            <a:r>
              <a:rPr lang="en-US" sz="1400" dirty="0">
                <a:latin typeface="Consolas"/>
              </a:rPr>
              <a:t>(); </a:t>
            </a:r>
            <a:endParaRPr lang="en-US">
              <a:latin typeface="Century Gothic"/>
            </a:endParaRPr>
          </a:p>
          <a:p>
            <a:pPr>
              <a:buNone/>
            </a:pPr>
            <a:r>
              <a:rPr lang="en-US" sz="1400" dirty="0">
                <a:latin typeface="Consolas"/>
              </a:rPr>
              <a:t>// Create the </a:t>
            </a:r>
            <a:r>
              <a:rPr lang="en-US" sz="1400" dirty="0" err="1">
                <a:latin typeface="Consolas"/>
              </a:rPr>
              <a:t>CloudTable</a:t>
            </a:r>
            <a:r>
              <a:rPr lang="en-US" sz="1400" dirty="0">
                <a:latin typeface="Consolas"/>
              </a:rPr>
              <a:t> object that represents the "people" table.</a:t>
            </a:r>
            <a:endParaRPr lang="en-US" dirty="0">
              <a:latin typeface="Century Gothic"/>
            </a:endParaRPr>
          </a:p>
          <a:p>
            <a:pPr>
              <a:buNone/>
            </a:pPr>
            <a:r>
              <a:rPr lang="en-US" sz="1400" dirty="0">
                <a:latin typeface="Consolas"/>
              </a:rPr>
              <a:t> </a:t>
            </a:r>
            <a:r>
              <a:rPr lang="en-US" sz="1400" dirty="0" err="1">
                <a:latin typeface="Consolas"/>
              </a:rPr>
              <a:t>CloudTable</a:t>
            </a:r>
            <a:r>
              <a:rPr lang="en-US" sz="1400" dirty="0">
                <a:latin typeface="Consolas"/>
              </a:rPr>
              <a:t> table = </a:t>
            </a:r>
            <a:r>
              <a:rPr lang="en-US" sz="1400" dirty="0" err="1">
                <a:latin typeface="Consolas"/>
              </a:rPr>
              <a:t>tableClient.GetTableReference</a:t>
            </a:r>
            <a:r>
              <a:rPr lang="en-US" sz="1400" dirty="0">
                <a:latin typeface="Consolas"/>
              </a:rPr>
              <a:t>("people"); </a:t>
            </a:r>
            <a:endParaRPr lang="en-US">
              <a:latin typeface="Century Gothic"/>
            </a:endParaRPr>
          </a:p>
          <a:p>
            <a:pPr>
              <a:buNone/>
            </a:pPr>
            <a:endParaRPr lang="en-US" sz="1400" dirty="0">
              <a:latin typeface="Consolas"/>
            </a:endParaRPr>
          </a:p>
          <a:p>
            <a:pPr>
              <a:buNone/>
            </a:pPr>
            <a:r>
              <a:rPr lang="en-US" sz="1400" dirty="0">
                <a:latin typeface="Consolas"/>
              </a:rPr>
              <a:t>// Create a new customer entity. </a:t>
            </a:r>
            <a:endParaRPr lang="en-US">
              <a:latin typeface="Century Gothic"/>
            </a:endParaRPr>
          </a:p>
          <a:p>
            <a:pPr>
              <a:buNone/>
            </a:pPr>
            <a:r>
              <a:rPr lang="en-US" sz="1400" dirty="0" err="1">
                <a:latin typeface="Consolas"/>
              </a:rPr>
              <a:t>CustomerEntity</a:t>
            </a:r>
            <a:r>
              <a:rPr lang="en-US" sz="1400" dirty="0">
                <a:latin typeface="Consolas"/>
              </a:rPr>
              <a:t> customer1 = new </a:t>
            </a:r>
            <a:r>
              <a:rPr lang="en-US" sz="1400" dirty="0" err="1">
                <a:latin typeface="Consolas"/>
              </a:rPr>
              <a:t>CustomerEntity</a:t>
            </a:r>
            <a:r>
              <a:rPr lang="en-US" sz="1400" dirty="0">
                <a:latin typeface="Consolas"/>
              </a:rPr>
              <a:t>("Harp", "Walter"); </a:t>
            </a:r>
            <a:endParaRPr lang="en-US">
              <a:latin typeface="Century Gothic"/>
            </a:endParaRPr>
          </a:p>
          <a:p>
            <a:pPr>
              <a:buNone/>
            </a:pPr>
            <a:r>
              <a:rPr lang="en-US" sz="1400" dirty="0">
                <a:latin typeface="Consolas"/>
              </a:rPr>
              <a:t>customer1.Email = "Walter@contoso.com"; </a:t>
            </a:r>
            <a:endParaRPr lang="en-US" dirty="0">
              <a:latin typeface="Century Gothic"/>
            </a:endParaRPr>
          </a:p>
          <a:p>
            <a:pPr>
              <a:buNone/>
            </a:pPr>
            <a:r>
              <a:rPr lang="en-US" sz="1400" dirty="0">
                <a:latin typeface="Consolas"/>
              </a:rPr>
              <a:t>customer1.PhoneNumber = "425-555-0101"; </a:t>
            </a:r>
            <a:endParaRPr lang="en-US" dirty="0">
              <a:latin typeface="Century Gothic"/>
            </a:endParaRPr>
          </a:p>
          <a:p>
            <a:pPr>
              <a:buNone/>
            </a:pPr>
            <a:r>
              <a:rPr lang="en-US" sz="1400" dirty="0">
                <a:latin typeface="Consolas"/>
              </a:rPr>
              <a:t>// Create the </a:t>
            </a:r>
            <a:r>
              <a:rPr lang="en-US" sz="1400" dirty="0" err="1">
                <a:latin typeface="Consolas"/>
              </a:rPr>
              <a:t>TableOperation</a:t>
            </a:r>
            <a:r>
              <a:rPr lang="en-US" sz="1400" dirty="0">
                <a:latin typeface="Consolas"/>
              </a:rPr>
              <a:t> object that inserts the customer entity. </a:t>
            </a:r>
            <a:endParaRPr lang="en-US">
              <a:latin typeface="Century Gothic"/>
            </a:endParaRPr>
          </a:p>
          <a:p>
            <a:pPr>
              <a:buNone/>
            </a:pPr>
            <a:r>
              <a:rPr lang="en-US" sz="1400" dirty="0" err="1">
                <a:latin typeface="Consolas"/>
              </a:rPr>
              <a:t>TableOperation</a:t>
            </a:r>
            <a:r>
              <a:rPr lang="en-US" sz="1400" dirty="0">
                <a:latin typeface="Consolas"/>
              </a:rPr>
              <a:t> </a:t>
            </a:r>
            <a:r>
              <a:rPr lang="en-US" sz="1400" dirty="0" err="1">
                <a:latin typeface="Consolas"/>
              </a:rPr>
              <a:t>insertOperation</a:t>
            </a:r>
            <a:r>
              <a:rPr lang="en-US" sz="1400" dirty="0">
                <a:latin typeface="Consolas"/>
              </a:rPr>
              <a:t> = </a:t>
            </a:r>
            <a:r>
              <a:rPr lang="en-US" sz="1400" dirty="0" err="1">
                <a:latin typeface="Consolas"/>
              </a:rPr>
              <a:t>TableOperation.Insert</a:t>
            </a:r>
            <a:r>
              <a:rPr lang="en-US" sz="1400" dirty="0">
                <a:latin typeface="Consolas"/>
              </a:rPr>
              <a:t>(customer1); </a:t>
            </a:r>
            <a:endParaRPr lang="en-US">
              <a:latin typeface="Century Gothic"/>
            </a:endParaRPr>
          </a:p>
          <a:p>
            <a:pPr>
              <a:buNone/>
            </a:pPr>
            <a:r>
              <a:rPr lang="en-US" sz="1400" dirty="0">
                <a:latin typeface="Consolas"/>
              </a:rPr>
              <a:t>// Execute the insert operation. </a:t>
            </a:r>
            <a:endParaRPr lang="en-US" dirty="0">
              <a:latin typeface="Century Gothic"/>
            </a:endParaRPr>
          </a:p>
          <a:p>
            <a:pPr>
              <a:buNone/>
            </a:pPr>
            <a:r>
              <a:rPr lang="en-US" sz="1400" dirty="0" err="1">
                <a:latin typeface="Consolas"/>
              </a:rPr>
              <a:t>table.Execute</a:t>
            </a:r>
            <a:r>
              <a:rPr lang="en-US" sz="1400" dirty="0">
                <a:latin typeface="Consolas"/>
              </a:rPr>
              <a:t>(</a:t>
            </a:r>
            <a:r>
              <a:rPr lang="en-US" sz="1400" dirty="0" err="1">
                <a:latin typeface="Consolas"/>
              </a:rPr>
              <a:t>insertOperation</a:t>
            </a:r>
            <a:r>
              <a:rPr lang="en-US" sz="1400" dirty="0">
                <a:latin typeface="Consolas"/>
              </a:rPr>
              <a:t>);</a:t>
            </a:r>
            <a:endParaRPr lang="en-US" dirty="0"/>
          </a:p>
        </p:txBody>
      </p:sp>
    </p:spTree>
    <p:extLst>
      <p:ext uri="{BB962C8B-B14F-4D97-AF65-F5344CB8AC3E}">
        <p14:creationId xmlns:p14="http://schemas.microsoft.com/office/powerpoint/2010/main" val="3316863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F66C0-A639-4FE7-87F4-F94604CBCC35}"/>
              </a:ext>
            </a:extLst>
          </p:cNvPr>
          <p:cNvSpPr>
            <a:spLocks noGrp="1"/>
          </p:cNvSpPr>
          <p:nvPr>
            <p:ph type="title"/>
          </p:nvPr>
        </p:nvSpPr>
        <p:spPr/>
        <p:txBody>
          <a:bodyPr/>
          <a:lstStyle/>
          <a:p>
            <a:r>
              <a:rPr lang="en-US" dirty="0"/>
              <a:t>Maybe the most important thing</a:t>
            </a:r>
          </a:p>
        </p:txBody>
      </p:sp>
      <p:sp>
        <p:nvSpPr>
          <p:cNvPr id="3" name="Content Placeholder 2">
            <a:extLst>
              <a:ext uri="{FF2B5EF4-FFF2-40B4-BE49-F238E27FC236}">
                <a16:creationId xmlns:a16="http://schemas.microsoft.com/office/drawing/2014/main" id="{F7623DC9-B3BE-4F6B-9AF1-3A71BC85E165}"/>
              </a:ext>
            </a:extLst>
          </p:cNvPr>
          <p:cNvSpPr>
            <a:spLocks noGrp="1"/>
          </p:cNvSpPr>
          <p:nvPr>
            <p:ph idx="1"/>
          </p:nvPr>
        </p:nvSpPr>
        <p:spPr/>
        <p:txBody>
          <a:bodyPr/>
          <a:lstStyle/>
          <a:p>
            <a:endParaRPr lang="en-US"/>
          </a:p>
          <a:p>
            <a:pPr>
              <a:buClr>
                <a:srgbClr val="FFFFFF"/>
              </a:buClr>
            </a:pPr>
            <a:endParaRPr lang="en-US" dirty="0"/>
          </a:p>
        </p:txBody>
      </p:sp>
    </p:spTree>
    <p:extLst>
      <p:ext uri="{BB962C8B-B14F-4D97-AF65-F5344CB8AC3E}">
        <p14:creationId xmlns:p14="http://schemas.microsoft.com/office/powerpoint/2010/main" val="1104344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F66C0-A639-4FE7-87F4-F94604CBCC35}"/>
              </a:ext>
            </a:extLst>
          </p:cNvPr>
          <p:cNvSpPr>
            <a:spLocks noGrp="1"/>
          </p:cNvSpPr>
          <p:nvPr>
            <p:ph type="title"/>
          </p:nvPr>
        </p:nvSpPr>
        <p:spPr/>
        <p:txBody>
          <a:bodyPr/>
          <a:lstStyle/>
          <a:p>
            <a:r>
              <a:rPr lang="en-US" dirty="0"/>
              <a:t>How can I publish the web app?</a:t>
            </a:r>
          </a:p>
        </p:txBody>
      </p:sp>
      <p:sp>
        <p:nvSpPr>
          <p:cNvPr id="3" name="Content Placeholder 2">
            <a:extLst>
              <a:ext uri="{FF2B5EF4-FFF2-40B4-BE49-F238E27FC236}">
                <a16:creationId xmlns:a16="http://schemas.microsoft.com/office/drawing/2014/main" id="{F7623DC9-B3BE-4F6B-9AF1-3A71BC85E165}"/>
              </a:ext>
            </a:extLst>
          </p:cNvPr>
          <p:cNvSpPr>
            <a:spLocks noGrp="1"/>
          </p:cNvSpPr>
          <p:nvPr>
            <p:ph idx="1"/>
          </p:nvPr>
        </p:nvSpPr>
        <p:spPr/>
        <p:txBody>
          <a:bodyPr/>
          <a:lstStyle/>
          <a:p>
            <a:endParaRPr lang="en-US"/>
          </a:p>
          <a:p>
            <a:pPr>
              <a:buClr>
                <a:srgbClr val="FFFFFF"/>
              </a:buClr>
            </a:pPr>
            <a:endParaRPr lang="en-US" dirty="0"/>
          </a:p>
        </p:txBody>
      </p:sp>
    </p:spTree>
    <p:extLst>
      <p:ext uri="{BB962C8B-B14F-4D97-AF65-F5344CB8AC3E}">
        <p14:creationId xmlns:p14="http://schemas.microsoft.com/office/powerpoint/2010/main" val="1355780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4074-38C4-4A30-A148-3C956B1EE89E}"/>
              </a:ext>
            </a:extLst>
          </p:cNvPr>
          <p:cNvSpPr>
            <a:spLocks noGrp="1"/>
          </p:cNvSpPr>
          <p:nvPr>
            <p:ph type="title"/>
          </p:nvPr>
        </p:nvSpPr>
        <p:spPr/>
        <p:txBody>
          <a:bodyPr/>
          <a:lstStyle/>
          <a:p>
            <a:r>
              <a:rPr lang="en-US" dirty="0"/>
              <a:t>First of all. What do we need?</a:t>
            </a:r>
          </a:p>
        </p:txBody>
      </p:sp>
      <p:sp>
        <p:nvSpPr>
          <p:cNvPr id="3" name="Content Placeholder 2">
            <a:extLst>
              <a:ext uri="{FF2B5EF4-FFF2-40B4-BE49-F238E27FC236}">
                <a16:creationId xmlns:a16="http://schemas.microsoft.com/office/drawing/2014/main" id="{A4879FAB-198E-4285-A96A-37F9C028CB04}"/>
              </a:ext>
            </a:extLst>
          </p:cNvPr>
          <p:cNvSpPr>
            <a:spLocks noGrp="1"/>
          </p:cNvSpPr>
          <p:nvPr>
            <p:ph idx="1"/>
          </p:nvPr>
        </p:nvSpPr>
        <p:spPr/>
        <p:txBody>
          <a:bodyPr/>
          <a:lstStyle/>
          <a:p>
            <a:r>
              <a:rPr lang="en-US" dirty="0"/>
              <a:t>A fast way to host a web application without caring about the infrastructure.</a:t>
            </a:r>
          </a:p>
          <a:p>
            <a:pPr>
              <a:buClr>
                <a:srgbClr val="FFFFFF"/>
              </a:buClr>
            </a:pPr>
            <a:r>
              <a:rPr lang="en-US" dirty="0"/>
              <a:t>SQL Database</a:t>
            </a:r>
          </a:p>
        </p:txBody>
      </p:sp>
    </p:spTree>
    <p:extLst>
      <p:ext uri="{BB962C8B-B14F-4D97-AF65-F5344CB8AC3E}">
        <p14:creationId xmlns:p14="http://schemas.microsoft.com/office/powerpoint/2010/main" val="763612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AC56F-B779-4F01-8006-09C84E8374C7}"/>
              </a:ext>
            </a:extLst>
          </p:cNvPr>
          <p:cNvSpPr>
            <a:spLocks noGrp="1"/>
          </p:cNvSpPr>
          <p:nvPr>
            <p:ph type="title"/>
          </p:nvPr>
        </p:nvSpPr>
        <p:spPr/>
        <p:txBody>
          <a:bodyPr/>
          <a:lstStyle/>
          <a:p>
            <a:r>
              <a:rPr lang="en-US" dirty="0"/>
              <a:t>Microsoft azure</a:t>
            </a:r>
          </a:p>
        </p:txBody>
      </p:sp>
      <p:sp>
        <p:nvSpPr>
          <p:cNvPr id="3" name="Content Placeholder 2">
            <a:extLst>
              <a:ext uri="{FF2B5EF4-FFF2-40B4-BE49-F238E27FC236}">
                <a16:creationId xmlns:a16="http://schemas.microsoft.com/office/drawing/2014/main" id="{F9BE3BD4-47C4-4A9E-A52A-488C3ADA72B4}"/>
              </a:ext>
            </a:extLst>
          </p:cNvPr>
          <p:cNvSpPr>
            <a:spLocks noGrp="1"/>
          </p:cNvSpPr>
          <p:nvPr>
            <p:ph idx="1"/>
          </p:nvPr>
        </p:nvSpPr>
        <p:spPr/>
        <p:txBody>
          <a:bodyPr/>
          <a:lstStyle/>
          <a:p>
            <a:r>
              <a:rPr lang="en-US" dirty="0"/>
              <a:t>Let's try to host our web app for free :)</a:t>
            </a:r>
          </a:p>
        </p:txBody>
      </p:sp>
    </p:spTree>
    <p:extLst>
      <p:ext uri="{BB962C8B-B14F-4D97-AF65-F5344CB8AC3E}">
        <p14:creationId xmlns:p14="http://schemas.microsoft.com/office/powerpoint/2010/main" val="3061510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D65A-BF57-4F9D-B815-26222CC35A10}"/>
              </a:ext>
            </a:extLst>
          </p:cNvPr>
          <p:cNvSpPr>
            <a:spLocks noGrp="1"/>
          </p:cNvSpPr>
          <p:nvPr>
            <p:ph type="title"/>
          </p:nvPr>
        </p:nvSpPr>
        <p:spPr/>
        <p:txBody>
          <a:bodyPr/>
          <a:lstStyle/>
          <a:p>
            <a:r>
              <a:rPr lang="en-US" dirty="0"/>
              <a:t>Microsoft azure</a:t>
            </a:r>
          </a:p>
        </p:txBody>
      </p:sp>
      <p:sp>
        <p:nvSpPr>
          <p:cNvPr id="3" name="Content Placeholder 2">
            <a:extLst>
              <a:ext uri="{FF2B5EF4-FFF2-40B4-BE49-F238E27FC236}">
                <a16:creationId xmlns:a16="http://schemas.microsoft.com/office/drawing/2014/main" id="{977B5D35-39C6-4DE4-A629-2E180111813D}"/>
              </a:ext>
            </a:extLst>
          </p:cNvPr>
          <p:cNvSpPr>
            <a:spLocks noGrp="1"/>
          </p:cNvSpPr>
          <p:nvPr>
            <p:ph idx="1"/>
          </p:nvPr>
        </p:nvSpPr>
        <p:spPr/>
        <p:txBody>
          <a:bodyPr/>
          <a:lstStyle/>
          <a:p>
            <a:r>
              <a:rPr lang="en-US" dirty="0"/>
              <a:t>Create an Azure account</a:t>
            </a:r>
          </a:p>
          <a:p>
            <a:pPr>
              <a:buClr>
                <a:srgbClr val="FFFFFF"/>
              </a:buClr>
            </a:pPr>
            <a:r>
              <a:rPr lang="en-US" dirty="0"/>
              <a:t>Create a resource of type Web App + SQL</a:t>
            </a:r>
          </a:p>
        </p:txBody>
      </p:sp>
    </p:spTree>
    <p:extLst>
      <p:ext uri="{BB962C8B-B14F-4D97-AF65-F5344CB8AC3E}">
        <p14:creationId xmlns:p14="http://schemas.microsoft.com/office/powerpoint/2010/main" val="693074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38C3-DA15-4D99-A0C5-067D01F0ADFB}"/>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a16="http://schemas.microsoft.com/office/drawing/2014/main" id="{DBF835E0-706D-46C7-8732-C9EE0854D4A2}"/>
              </a:ext>
            </a:extLst>
          </p:cNvPr>
          <p:cNvSpPr>
            <a:spLocks noGrp="1"/>
          </p:cNvSpPr>
          <p:nvPr>
            <p:ph idx="1"/>
          </p:nvPr>
        </p:nvSpPr>
        <p:spPr/>
        <p:txBody>
          <a:bodyPr/>
          <a:lstStyle/>
          <a:p>
            <a:endParaRPr lang="en-US"/>
          </a:p>
          <a:p>
            <a:pPr>
              <a:buClr>
                <a:srgbClr val="FFFFFF"/>
              </a:buClr>
            </a:pPr>
            <a:endParaRPr lang="en-US" dirty="0"/>
          </a:p>
        </p:txBody>
      </p:sp>
    </p:spTree>
    <p:extLst>
      <p:ext uri="{BB962C8B-B14F-4D97-AF65-F5344CB8AC3E}">
        <p14:creationId xmlns:p14="http://schemas.microsoft.com/office/powerpoint/2010/main" val="94518155"/>
      </p:ext>
    </p:extLst>
  </p:cSld>
  <p:clrMapOvr>
    <a:masterClrMapping/>
  </p:clrMapOvr>
</p:sld>
</file>

<file path=ppt/theme/theme1.xml><?xml version="1.0" encoding="utf-8"?>
<a:theme xmlns:a="http://schemas.openxmlformats.org/drawingml/2006/main" name="2_Sector">
  <a:themeElements>
    <a:clrScheme name="Sector">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Sector">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ector">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3474</TotalTime>
  <Words>579</Words>
  <Application>Microsoft Office PowerPoint</Application>
  <PresentationFormat>Ecran lat</PresentationFormat>
  <Paragraphs>179</Paragraphs>
  <Slides>38</Slides>
  <Notes>0</Notes>
  <HiddenSlides>0</HiddenSlides>
  <MMClips>0</MMClips>
  <ScaleCrop>false</ScaleCrop>
  <HeadingPairs>
    <vt:vector size="4" baseType="variant">
      <vt:variant>
        <vt:lpstr>Temă</vt:lpstr>
      </vt:variant>
      <vt:variant>
        <vt:i4>1</vt:i4>
      </vt:variant>
      <vt:variant>
        <vt:lpstr>Titluri diapozitive</vt:lpstr>
      </vt:variant>
      <vt:variant>
        <vt:i4>38</vt:i4>
      </vt:variant>
    </vt:vector>
  </HeadingPairs>
  <TitlesOfParts>
    <vt:vector size="39" baseType="lpstr">
      <vt:lpstr>2_Sector</vt:lpstr>
      <vt:lpstr>ASP.NET Core, PEEk into the future </vt:lpstr>
      <vt:lpstr>Guest(S)</vt:lpstr>
      <vt:lpstr>File uploads</vt:lpstr>
      <vt:lpstr>File upload html</vt:lpstr>
      <vt:lpstr>File upload request class</vt:lpstr>
      <vt:lpstr>Authentification using Claims</vt:lpstr>
      <vt:lpstr>Why claims?</vt:lpstr>
      <vt:lpstr>Add this in ConfigureServices in Startup.cs</vt:lpstr>
      <vt:lpstr>AND Add this in Configure in Startup.cs</vt:lpstr>
      <vt:lpstr>Now you will use a account service to handle the login and register</vt:lpstr>
      <vt:lpstr>And also add a Account Controller</vt:lpstr>
      <vt:lpstr>After the Login logic</vt:lpstr>
      <vt:lpstr>What is authProperties ?</vt:lpstr>
      <vt:lpstr>How to logout?</vt:lpstr>
      <vt:lpstr>Attributes</vt:lpstr>
      <vt:lpstr>Azure storage</vt:lpstr>
      <vt:lpstr>Azure storage</vt:lpstr>
      <vt:lpstr>Azure storage</vt:lpstr>
      <vt:lpstr>Azure storage services</vt:lpstr>
      <vt:lpstr>Azure blob storage</vt:lpstr>
      <vt:lpstr>Azure blob storage</vt:lpstr>
      <vt:lpstr>Azure blob storage pricing</vt:lpstr>
      <vt:lpstr>Azure queue storage</vt:lpstr>
      <vt:lpstr>Azure queue storage</vt:lpstr>
      <vt:lpstr>Azure queue storage</vt:lpstr>
      <vt:lpstr>Azure queue storage pricing</vt:lpstr>
      <vt:lpstr>Insert message in queue</vt:lpstr>
      <vt:lpstr>Dequeue message in queue</vt:lpstr>
      <vt:lpstr>Azure table storage</vt:lpstr>
      <vt:lpstr>Azure table storage</vt:lpstr>
      <vt:lpstr>Azure table storage</vt:lpstr>
      <vt:lpstr>Adding an entity in azure table storage</vt:lpstr>
      <vt:lpstr>Maybe the most important thing</vt:lpstr>
      <vt:lpstr>How can I publish the web app?</vt:lpstr>
      <vt:lpstr>First of all. What do we need?</vt:lpstr>
      <vt:lpstr>Microsoft azure</vt:lpstr>
      <vt:lpstr>Microsoft azure</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Prezentare PowerPoint</dc:title>
  <dc:creator/>
  <cp:lastModifiedBy>Daniel Moniry</cp:lastModifiedBy>
  <cp:revision>204</cp:revision>
  <dcterms:created xsi:type="dcterms:W3CDTF">2012-08-15T22:34:51Z</dcterms:created>
  <dcterms:modified xsi:type="dcterms:W3CDTF">2018-04-29T14:13:56Z</dcterms:modified>
</cp:coreProperties>
</file>