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26" r:id="rId1"/>
  </p:sldMasterIdLst>
  <p:notesMasterIdLst>
    <p:notesMasterId r:id="rId64"/>
  </p:notesMasterIdLst>
  <p:sldIdLst>
    <p:sldId id="256" r:id="rId2"/>
    <p:sldId id="302" r:id="rId3"/>
    <p:sldId id="309" r:id="rId4"/>
    <p:sldId id="304" r:id="rId5"/>
    <p:sldId id="322" r:id="rId6"/>
    <p:sldId id="306" r:id="rId7"/>
    <p:sldId id="307" r:id="rId8"/>
    <p:sldId id="344" r:id="rId9"/>
    <p:sldId id="308" r:id="rId10"/>
    <p:sldId id="259" r:id="rId11"/>
    <p:sldId id="310" r:id="rId12"/>
    <p:sldId id="311" r:id="rId13"/>
    <p:sldId id="260" r:id="rId14"/>
    <p:sldId id="312" r:id="rId15"/>
    <p:sldId id="314" r:id="rId16"/>
    <p:sldId id="315" r:id="rId17"/>
    <p:sldId id="316" r:id="rId18"/>
    <p:sldId id="317" r:id="rId19"/>
    <p:sldId id="326" r:id="rId20"/>
    <p:sldId id="318" r:id="rId21"/>
    <p:sldId id="323" r:id="rId22"/>
    <p:sldId id="324" r:id="rId23"/>
    <p:sldId id="325" r:id="rId24"/>
    <p:sldId id="330" r:id="rId25"/>
    <p:sldId id="320" r:id="rId26"/>
    <p:sldId id="332" r:id="rId27"/>
    <p:sldId id="331" r:id="rId28"/>
    <p:sldId id="333" r:id="rId29"/>
    <p:sldId id="335" r:id="rId30"/>
    <p:sldId id="336" r:id="rId31"/>
    <p:sldId id="337" r:id="rId32"/>
    <p:sldId id="338" r:id="rId33"/>
    <p:sldId id="340" r:id="rId34"/>
    <p:sldId id="334" r:id="rId35"/>
    <p:sldId id="327" r:id="rId36"/>
    <p:sldId id="328" r:id="rId37"/>
    <p:sldId id="329" r:id="rId38"/>
    <p:sldId id="339" r:id="rId39"/>
    <p:sldId id="367" r:id="rId40"/>
    <p:sldId id="368" r:id="rId41"/>
    <p:sldId id="369" r:id="rId42"/>
    <p:sldId id="341" r:id="rId43"/>
    <p:sldId id="342" r:id="rId44"/>
    <p:sldId id="343" r:id="rId45"/>
    <p:sldId id="352" r:id="rId46"/>
    <p:sldId id="353" r:id="rId47"/>
    <p:sldId id="345" r:id="rId48"/>
    <p:sldId id="346" r:id="rId49"/>
    <p:sldId id="347" r:id="rId50"/>
    <p:sldId id="349" r:id="rId51"/>
    <p:sldId id="348" r:id="rId52"/>
    <p:sldId id="350" r:id="rId53"/>
    <p:sldId id="354" r:id="rId54"/>
    <p:sldId id="351" r:id="rId55"/>
    <p:sldId id="355" r:id="rId56"/>
    <p:sldId id="356" r:id="rId57"/>
    <p:sldId id="358" r:id="rId58"/>
    <p:sldId id="359" r:id="rId59"/>
    <p:sldId id="362" r:id="rId60"/>
    <p:sldId id="363" r:id="rId61"/>
    <p:sldId id="366" r:id="rId62"/>
    <p:sldId id="365" r:id="rId6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>
        <p:scale>
          <a:sx n="123" d="100"/>
          <a:sy n="123" d="100"/>
        </p:scale>
        <p:origin x="-11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Moniry-Abyaneh" userId="609528b46dd255ef" providerId="Windows Live" clId="Web-{5FCA9E90-9867-4B94-A6D5-4C4E0479EEB3}"/>
    <pc:docChg chg="modSld">
      <pc:chgData name="Daniel Moniry-Abyaneh" userId="609528b46dd255ef" providerId="Windows Live" clId="Web-{5FCA9E90-9867-4B94-A6D5-4C4E0479EEB3}" dt="2018-03-04T16:28:23.376" v="201"/>
      <pc:docMkLst>
        <pc:docMk/>
      </pc:docMkLst>
      <pc:sldChg chg="modSp">
        <pc:chgData name="Daniel Moniry-Abyaneh" userId="609528b46dd255ef" providerId="Windows Live" clId="Web-{5FCA9E90-9867-4B94-A6D5-4C4E0479EEB3}" dt="2018-03-04T16:27:12.439" v="184"/>
        <pc:sldMkLst>
          <pc:docMk/>
          <pc:sldMk cId="2499791184" sldId="256"/>
        </pc:sldMkLst>
        <pc:spChg chg="mod">
          <ac:chgData name="Daniel Moniry-Abyaneh" userId="609528b46dd255ef" providerId="Windows Live" clId="Web-{5FCA9E90-9867-4B94-A6D5-4C4E0479EEB3}" dt="2018-03-04T16:26:38.720" v="136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Daniel Moniry-Abyaneh" userId="609528b46dd255ef" providerId="Windows Live" clId="Web-{5FCA9E90-9867-4B94-A6D5-4C4E0479EEB3}" dt="2018-03-04T16:27:12.439" v="184"/>
          <ac:spMkLst>
            <pc:docMk/>
            <pc:sldMk cId="2499791184" sldId="256"/>
            <ac:spMk id="3" creationId="{00000000-0000-0000-0000-000000000000}"/>
          </ac:spMkLst>
        </pc:spChg>
      </pc:sldChg>
    </pc:docChg>
  </pc:docChgLst>
  <pc:docChgLst>
    <pc:chgData name="Guest User" providerId="Windows Live" clId="Web-{DA163268-4FE5-4F75-8614-45C7D61D423D}"/>
    <pc:docChg chg="addSld modSld sldOrd">
      <pc:chgData name="Guest User" userId="" providerId="Windows Live" clId="Web-{DA163268-4FE5-4F75-8614-45C7D61D423D}" dt="2018-03-09T18:37:38.200" v="709"/>
      <pc:docMkLst>
        <pc:docMk/>
      </pc:docMkLst>
    </pc:docChg>
  </pc:docChgLst>
  <pc:docChgLst>
    <pc:chgData name="Guest User" providerId="Windows Live" clId="Web-{CB34909A-B065-4BA5-82B7-B7C75EFA3B59}"/>
    <pc:docChg chg="addSld delSld modSld sldOrd">
      <pc:chgData name="Guest User" userId="" providerId="Windows Live" clId="Web-{CB34909A-B065-4BA5-82B7-B7C75EFA3B59}" dt="2018-03-09T17:50:29.184" v="3061"/>
      <pc:docMkLst>
        <pc:docMk/>
      </pc:docMkLst>
    </pc:docChg>
  </pc:docChgLst>
  <pc:docChgLst>
    <pc:chgData name="Guest User" providerId="Windows Live" clId="Web-{EA964A20-C12C-48F7-9DD3-45D1650BD763}"/>
    <pc:docChg chg="modSld">
      <pc:chgData name="Guest User" userId="" providerId="Windows Live" clId="Web-{EA964A20-C12C-48F7-9DD3-45D1650BD763}" dt="2018-03-09T10:56:15.727" v="11"/>
      <pc:docMkLst>
        <pc:docMk/>
      </pc:docMkLst>
    </pc:docChg>
  </pc:docChgLst>
  <pc:docChgLst>
    <pc:chgData name="Guest User" providerId="Windows Live" clId="Web-{97BB0C5F-34C8-4604-861A-E2FDD8AAF349}"/>
    <pc:docChg chg="addSld delSld modSld sldOrd">
      <pc:chgData name="Guest User" userId="" providerId="Windows Live" clId="Web-{97BB0C5F-34C8-4604-861A-E2FDD8AAF349}" dt="2018-03-06T18:52:35.112" v="322"/>
      <pc:docMkLst>
        <pc:docMk/>
      </pc:docMkLst>
    </pc:docChg>
  </pc:docChgLst>
  <pc:docChgLst>
    <pc:chgData name="Guest User" providerId="Windows Live" clId="Web-{EA93B97A-B949-48AD-9C04-89F3562E4AE9}"/>
    <pc:docChg chg="modSld">
      <pc:chgData name="Guest User" userId="" providerId="Windows Live" clId="Web-{EA93B97A-B949-48AD-9C04-89F3562E4AE9}" dt="2018-03-09T21:52:47.203" v="3"/>
      <pc:docMkLst>
        <pc:docMk/>
      </pc:docMkLst>
    </pc:docChg>
  </pc:docChgLst>
  <pc:docChgLst>
    <pc:chgData name="Guest User" providerId="Windows Live" clId="Web-{E1CCB20F-CFE7-4B3E-9296-0F7F0F43A899}"/>
    <pc:docChg chg="addSld delSld modSld sldOrd">
      <pc:chgData name="Guest User" userId="" providerId="Windows Live" clId="Web-{E1CCB20F-CFE7-4B3E-9296-0F7F0F43A899}" dt="2018-03-09T14:51:59.864" v="399"/>
      <pc:docMkLst>
        <pc:docMk/>
      </pc:docMkLst>
    </pc:docChg>
  </pc:docChgLst>
  <pc:docChgLst>
    <pc:chgData name="Daniel Moniry-Abyaneh" userId="609528b46dd255ef" providerId="Windows Live" clId="Web-{553772D0-60E4-4065-9DDA-980A13F83C74}"/>
    <pc:docChg chg="addSld modSld sldOrd">
      <pc:chgData name="Daniel Moniry-Abyaneh" userId="609528b46dd255ef" providerId="Windows Live" clId="Web-{553772D0-60E4-4065-9DDA-980A13F83C74}" dt="2018-03-07T14:00:05.791" v="84"/>
      <pc:docMkLst>
        <pc:docMk/>
      </pc:docMkLst>
    </pc:docChg>
  </pc:docChgLst>
  <pc:docChgLst>
    <pc:chgData name="Daniel Moniry-Abyaneh" userId="609528b46dd255ef" providerId="Windows Live" clId="Web-{1DDA9222-060E-40CA-A2E2-D8A4161C9923}"/>
    <pc:docChg chg="addSld modSection">
      <pc:chgData name="Daniel Moniry-Abyaneh" userId="609528b46dd255ef" providerId="Windows Live" clId="Web-{1DDA9222-060E-40CA-A2E2-D8A4161C9923}" dt="2018-03-04T16:01:02.775" v="0"/>
      <pc:docMkLst>
        <pc:docMk/>
      </pc:docMkLst>
    </pc:docChg>
  </pc:docChgLst>
  <pc:docChgLst>
    <pc:chgData name="Guest User" providerId="Windows Live" clId="Web-{0D5D21D6-722E-433A-A348-C07713DB878B}"/>
    <pc:docChg chg="addSld modSld sldOrd">
      <pc:chgData name="Guest User" userId="" providerId="Windows Live" clId="Web-{0D5D21D6-722E-433A-A348-C07713DB878B}" dt="2018-03-16T19:29:43.191" v="668"/>
      <pc:docMkLst>
        <pc:docMk/>
      </pc:docMkLst>
      <pc:sldChg chg="modSp">
        <pc:chgData name="Guest User" userId="" providerId="Windows Live" clId="Web-{0D5D21D6-722E-433A-A348-C07713DB878B}" dt="2018-03-16T19:12:10.436" v="46"/>
        <pc:sldMkLst>
          <pc:docMk/>
          <pc:sldMk cId="3693283253" sldId="357"/>
        </pc:sldMkLst>
        <pc:spChg chg="mod">
          <ac:chgData name="Guest User" userId="" providerId="Windows Live" clId="Web-{0D5D21D6-722E-433A-A348-C07713DB878B}" dt="2018-03-16T19:12:10.436" v="46"/>
          <ac:spMkLst>
            <pc:docMk/>
            <pc:sldMk cId="3693283253" sldId="357"/>
            <ac:spMk id="2" creationId="{00000000-0000-0000-0000-000000000000}"/>
          </ac:spMkLst>
        </pc:spChg>
      </pc:sldChg>
      <pc:sldChg chg="addSp delSp modSp">
        <pc:chgData name="Guest User" userId="" providerId="Windows Live" clId="Web-{0D5D21D6-722E-433A-A348-C07713DB878B}" dt="2018-03-16T19:11:06.218" v="19"/>
        <pc:sldMkLst>
          <pc:docMk/>
          <pc:sldMk cId="430454798" sldId="359"/>
        </pc:sldMkLst>
        <pc:spChg chg="add del mod">
          <ac:chgData name="Guest User" userId="" providerId="Windows Live" clId="Web-{0D5D21D6-722E-433A-A348-C07713DB878B}" dt="2018-03-16T19:11:06.218" v="19"/>
          <ac:spMkLst>
            <pc:docMk/>
            <pc:sldMk cId="430454798" sldId="359"/>
            <ac:spMk id="3" creationId="{61AE211E-25CD-44D8-8DB4-FA0559F79498}"/>
          </ac:spMkLst>
        </pc:spChg>
      </pc:sldChg>
      <pc:sldChg chg="addSp modSp new ord">
        <pc:chgData name="Guest User" userId="" providerId="Windows Live" clId="Web-{0D5D21D6-722E-433A-A348-C07713DB878B}" dt="2018-03-16T19:29:43.191" v="668"/>
        <pc:sldMkLst>
          <pc:docMk/>
          <pc:sldMk cId="1885224316" sldId="360"/>
        </pc:sldMkLst>
        <pc:spChg chg="mod">
          <ac:chgData name="Guest User" userId="" providerId="Windows Live" clId="Web-{0D5D21D6-722E-433A-A348-C07713DB878B}" dt="2018-03-16T19:15:27.749" v="96"/>
          <ac:spMkLst>
            <pc:docMk/>
            <pc:sldMk cId="1885224316" sldId="360"/>
            <ac:spMk id="2" creationId="{F8E82A10-A937-4171-BC97-A5AF54616401}"/>
          </ac:spMkLst>
        </pc:spChg>
        <pc:spChg chg="add mod">
          <ac:chgData name="Guest User" userId="" providerId="Windows Live" clId="Web-{0D5D21D6-722E-433A-A348-C07713DB878B}" dt="2018-03-16T19:29:43.191" v="668"/>
          <ac:spMkLst>
            <pc:docMk/>
            <pc:sldMk cId="1885224316" sldId="360"/>
            <ac:spMk id="4" creationId="{F4C780D8-580F-46FB-AD62-D038A34B8521}"/>
          </ac:spMkLst>
        </pc:spChg>
      </pc:sldChg>
      <pc:sldChg chg="addSp modSp new">
        <pc:chgData name="Guest User" userId="" providerId="Windows Live" clId="Web-{0D5D21D6-722E-433A-A348-C07713DB878B}" dt="2018-03-16T19:29:24.675" v="651"/>
        <pc:sldMkLst>
          <pc:docMk/>
          <pc:sldMk cId="1937685808" sldId="361"/>
        </pc:sldMkLst>
        <pc:spChg chg="mod">
          <ac:chgData name="Guest User" userId="" providerId="Windows Live" clId="Web-{0D5D21D6-722E-433A-A348-C07713DB878B}" dt="2018-03-16T19:29:24.675" v="651"/>
          <ac:spMkLst>
            <pc:docMk/>
            <pc:sldMk cId="1937685808" sldId="361"/>
            <ac:spMk id="2" creationId="{B97E65F1-35F2-486D-B9D1-7EA872E45000}"/>
          </ac:spMkLst>
        </pc:spChg>
        <pc:spChg chg="add mod">
          <ac:chgData name="Guest User" userId="" providerId="Windows Live" clId="Web-{0D5D21D6-722E-433A-A348-C07713DB878B}" dt="2018-03-16T19:24:11.406" v="620"/>
          <ac:spMkLst>
            <pc:docMk/>
            <pc:sldMk cId="1937685808" sldId="361"/>
            <ac:spMk id="3" creationId="{29213FB0-FA8D-4B10-BCDB-FE8D54634952}"/>
          </ac:spMkLst>
        </pc:spChg>
        <pc:spChg chg="add mod">
          <ac:chgData name="Guest User" userId="" providerId="Windows Live" clId="Web-{0D5D21D6-722E-433A-A348-C07713DB878B}" dt="2018-03-16T19:18:45.327" v="165"/>
          <ac:spMkLst>
            <pc:docMk/>
            <pc:sldMk cId="1937685808" sldId="361"/>
            <ac:spMk id="4" creationId="{036DAC65-4194-44FA-86C9-13841AAA717B}"/>
          </ac:spMkLst>
        </pc:spChg>
      </pc:sldChg>
      <pc:sldChg chg="addSp modSp new ord">
        <pc:chgData name="Guest User" userId="" providerId="Windows Live" clId="Web-{0D5D21D6-722E-433A-A348-C07713DB878B}" dt="2018-03-16T19:29:10.066" v="622"/>
        <pc:sldMkLst>
          <pc:docMk/>
          <pc:sldMk cId="162572232" sldId="364"/>
        </pc:sldMkLst>
        <pc:spChg chg="mod">
          <ac:chgData name="Guest User" userId="" providerId="Windows Live" clId="Web-{0D5D21D6-722E-433A-A348-C07713DB878B}" dt="2018-03-16T19:19:50.703" v="217"/>
          <ac:spMkLst>
            <pc:docMk/>
            <pc:sldMk cId="162572232" sldId="364"/>
            <ac:spMk id="2" creationId="{B4054AB0-34B3-4679-9474-2A22E679C274}"/>
          </ac:spMkLst>
        </pc:spChg>
        <pc:spChg chg="add mod">
          <ac:chgData name="Guest User" userId="" providerId="Windows Live" clId="Web-{0D5D21D6-722E-433A-A348-C07713DB878B}" dt="2018-03-16T19:24:03.031" v="617"/>
          <ac:spMkLst>
            <pc:docMk/>
            <pc:sldMk cId="162572232" sldId="364"/>
            <ac:spMk id="3" creationId="{3320ACF4-49C8-438F-ADB0-0F6869E386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ACFA4-361F-4CE1-8E31-D2599FC815E7}" type="datetimeFigureOut">
              <a:rPr lang="en-US" smtClean="0"/>
              <a:t>19-Mar-18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834B-C137-4C7F-815C-5C69FAF03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19.03.2018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27" r:id="rId1"/>
    <p:sldLayoutId id="2147484728" r:id="rId2"/>
    <p:sldLayoutId id="2147484729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/>
              <a:t>ASP.NET Core,</a:t>
            </a:r>
            <a:r>
              <a:rPr lang="en-US">
                <a:latin typeface="+mj-ea"/>
                <a:cs typeface="+mj-ea"/>
              </a:rPr>
              <a:t/>
            </a:r>
            <a:br>
              <a:rPr lang="en-US">
                <a:latin typeface="+mj-ea"/>
                <a:cs typeface="+mj-ea"/>
              </a:rPr>
            </a:br>
            <a:r>
              <a:rPr lang="ro-RO" err="1"/>
              <a:t>PEEk</a:t>
            </a:r>
            <a:r>
              <a:rPr lang="ro-RO"/>
              <a:t> </a:t>
            </a:r>
            <a:r>
              <a:rPr lang="ro-RO" err="1"/>
              <a:t>into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future</a:t>
            </a:r>
            <a:r>
              <a:rPr lang="ro-RO"/>
              <a:t> 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err="1"/>
              <a:t>By</a:t>
            </a:r>
            <a:r>
              <a:rPr lang="ro-RO"/>
              <a:t> Expert </a:t>
            </a:r>
            <a:r>
              <a:rPr lang="ro-RO" err="1"/>
              <a:t>Network</a:t>
            </a:r>
          </a:p>
          <a:p>
            <a:r>
              <a:rPr lang="ro-RO"/>
              <a:t>@FII Practic</a:t>
            </a: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So, week 2, huh?</a:t>
            </a:r>
          </a:p>
        </p:txBody>
      </p:sp>
    </p:spTree>
    <p:extLst>
      <p:ext uri="{BB962C8B-B14F-4D97-AF65-F5344CB8AC3E}">
        <p14:creationId xmlns:p14="http://schemas.microsoft.com/office/powerpoint/2010/main" val="46627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Guest(S)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0081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 recap</a:t>
            </a:r>
          </a:p>
        </p:txBody>
      </p:sp>
    </p:spTree>
    <p:extLst>
      <p:ext uri="{BB962C8B-B14F-4D97-AF65-F5344CB8AC3E}">
        <p14:creationId xmlns:p14="http://schemas.microsoft.com/office/powerpoint/2010/main" val="278869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that remove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75" y="1959769"/>
            <a:ext cx="4333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544942" y="3591666"/>
            <a:ext cx="281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apperas on hover</a:t>
            </a:r>
          </a:p>
        </p:txBody>
      </p:sp>
      <p:cxnSp>
        <p:nvCxnSpPr>
          <p:cNvPr id="6" name="Straight Arrow Connector 5"/>
          <p:cNvCxnSpPr>
            <a:stCxn id="4" idx="0"/>
            <a:endCxn id="2050" idx="2"/>
          </p:cNvCxnSpPr>
          <p:nvPr/>
        </p:nvCxnSpPr>
        <p:spPr>
          <a:xfrm flipV="1">
            <a:off x="4951413" y="3026569"/>
            <a:ext cx="0" cy="56509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1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Linq sintaxes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 Sintax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var names = collection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	.Where(item =&gt; item.Name == "Fred") 		.OrderBy(item =&gt; item.Age)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	.Select(item =&gt; item.FullName);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Query Sintax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var names = from item in collection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            where item.Name == "Fred"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            order by item.Age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            select item.FullName;</a:t>
            </a:r>
          </a:p>
        </p:txBody>
      </p:sp>
    </p:spTree>
    <p:extLst>
      <p:ext uri="{BB962C8B-B14F-4D97-AF65-F5344CB8AC3E}">
        <p14:creationId xmlns:p14="http://schemas.microsoft.com/office/powerpoint/2010/main" val="37286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Linq sintaxes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 Sintax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var names = collection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	.Count(item =&gt; item.Name == "Fred");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Query Sintax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var names = (from item in collection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            where item.Name == "Fred"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nsolas" panose="020B0609020204030204" pitchFamily="49" charset="0"/>
              </a:rPr>
              <a:t>            select item).Count()</a:t>
            </a:r>
          </a:p>
        </p:txBody>
      </p:sp>
    </p:spTree>
    <p:extLst>
      <p:ext uri="{BB962C8B-B14F-4D97-AF65-F5344CB8AC3E}">
        <p14:creationId xmlns:p14="http://schemas.microsoft.com/office/powerpoint/2010/main" val="366727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core project types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0" y="1531144"/>
            <a:ext cx="423862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121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N-Layer</a:t>
            </a:r>
          </a:p>
        </p:txBody>
      </p:sp>
    </p:spTree>
    <p:extLst>
      <p:ext uri="{BB962C8B-B14F-4D97-AF65-F5344CB8AC3E}">
        <p14:creationId xmlns:p14="http://schemas.microsoft.com/office/powerpoint/2010/main" val="384922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N-Layer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872594"/>
            <a:ext cx="4726964" cy="36147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0"/>
          <a:stretch/>
        </p:blipFill>
        <p:spPr>
          <a:xfrm>
            <a:off x="5531991" y="872595"/>
            <a:ext cx="6174905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1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Facebook</a:t>
            </a:r>
          </a:p>
        </p:txBody>
      </p:sp>
    </p:spTree>
    <p:extLst>
      <p:ext uri="{BB962C8B-B14F-4D97-AF65-F5344CB8AC3E}">
        <p14:creationId xmlns:p14="http://schemas.microsoft.com/office/powerpoint/2010/main" val="368923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Facebook uses diferent presentation layers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/>
              <a:t>https://www.facebook.com/ExpertNetwork/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/>
              <a:t>https://m.facebook.com/ExpertNetwork/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820" y="1270000"/>
            <a:ext cx="4019910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865" y="1262063"/>
            <a:ext cx="2531607" cy="30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2315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Netflix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55841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Netflix Used to chill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066" y="685800"/>
            <a:ext cx="6196693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5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Netflix Chills now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066" y="685800"/>
            <a:ext cx="6196693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549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netflix philosophies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Embrace the differences of the devices</a:t>
            </a:r>
          </a:p>
          <a:p>
            <a:r>
              <a:rPr lang="en-US"/>
              <a:t>Separate content gathering from content formatting/delivery</a:t>
            </a:r>
          </a:p>
        </p:txBody>
      </p:sp>
    </p:spTree>
    <p:extLst>
      <p:ext uri="{BB962C8B-B14F-4D97-AF65-F5344CB8AC3E}">
        <p14:creationId xmlns:p14="http://schemas.microsoft.com/office/powerpoint/2010/main" val="221128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that homework</a:t>
            </a:r>
          </a:p>
        </p:txBody>
      </p:sp>
    </p:spTree>
    <p:extLst>
      <p:ext uri="{BB962C8B-B14F-4D97-AF65-F5344CB8AC3E}">
        <p14:creationId xmlns:p14="http://schemas.microsoft.com/office/powerpoint/2010/main" val="3429078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never happens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List&lt;User&gt; Users { get; set; } 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//trying to mimic a database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UserService(List&lt;User&gt; users)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            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Users = users;        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1481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43595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430602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classes using an existing database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1902619"/>
            <a:ext cx="48958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98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Database using existing classes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888331"/>
            <a:ext cx="47910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9628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 is another one but we will not talk about it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3" y="1426369"/>
            <a:ext cx="6172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356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 line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025476" cy="3615267"/>
          </a:xfrm>
        </p:spPr>
        <p:txBody>
          <a:bodyPr/>
          <a:lstStyle/>
          <a:p>
            <a:r>
              <a:rPr lang="en-US"/>
              <a:t>dotnet new [console|classlib|web|mvc|…] –n &lt;OUTPUT_NAME&gt;</a:t>
            </a:r>
          </a:p>
          <a:p>
            <a:r>
              <a:rPr lang="en-US"/>
              <a:t>dotnet build</a:t>
            </a:r>
          </a:p>
          <a:p>
            <a:r>
              <a:rPr lang="en-US"/>
              <a:t>dotnet run</a:t>
            </a:r>
          </a:p>
        </p:txBody>
      </p:sp>
    </p:spTree>
    <p:extLst>
      <p:ext uri="{BB962C8B-B14F-4D97-AF65-F5344CB8AC3E}">
        <p14:creationId xmlns:p14="http://schemas.microsoft.com/office/powerpoint/2010/main" val="3632442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725256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new Class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new sln –n CodeFirst</a:t>
            </a:r>
          </a:p>
          <a:p>
            <a:r>
              <a:rPr lang="en-US"/>
              <a:t>dotnet new classlib –n CodeFirst.Data –f netcoreapp2.0</a:t>
            </a:r>
          </a:p>
          <a:p>
            <a:r>
              <a:rPr lang="en-US"/>
              <a:t>dotnet sln list</a:t>
            </a:r>
          </a:p>
          <a:p>
            <a:r>
              <a:rPr lang="en-US"/>
              <a:t>dotnet sln add CodeFirst.Data/CodeFirst.Data.csproj</a:t>
            </a:r>
          </a:p>
          <a:p>
            <a:r>
              <a:rPr lang="en-US"/>
              <a:t>dotnet sln list</a:t>
            </a:r>
          </a:p>
        </p:txBody>
      </p:sp>
    </p:spTree>
    <p:extLst>
      <p:ext uri="{BB962C8B-B14F-4D97-AF65-F5344CB8AC3E}">
        <p14:creationId xmlns:p14="http://schemas.microsoft.com/office/powerpoint/2010/main" val="1811083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cd CodeFirst.Data</a:t>
            </a:r>
          </a:p>
          <a:p>
            <a:r>
              <a:rPr lang="en-US"/>
              <a:t>dotnet add package Microsoft.EntityFrameworkCore.SqlServer</a:t>
            </a:r>
          </a:p>
          <a:p>
            <a:r>
              <a:rPr lang="en-US"/>
              <a:t>dotnet add package Microsoft.EntityFrameworkCore.Design</a:t>
            </a:r>
          </a:p>
        </p:txBody>
      </p:sp>
    </p:spTree>
    <p:extLst>
      <p:ext uri="{BB962C8B-B14F-4D97-AF65-F5344CB8AC3E}">
        <p14:creationId xmlns:p14="http://schemas.microsoft.com/office/powerpoint/2010/main" val="446056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the Solution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149" y="685800"/>
            <a:ext cx="5698528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8732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 the Class Library project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493" y="685800"/>
            <a:ext cx="5233839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385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 need to add this Ef Core CLI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1027309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&lt;ItemGroup&gt;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&lt;DotNetCliToolReference Include="Microsoft.EntityFrameworkCore.Tools.DotNet" Version="2.0.0" /&gt;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&lt;/ItemGroup&gt;</a:t>
            </a:r>
          </a:p>
        </p:txBody>
      </p:sp>
    </p:spTree>
    <p:extLst>
      <p:ext uri="{BB962C8B-B14F-4D97-AF65-F5344CB8AC3E}">
        <p14:creationId xmlns:p14="http://schemas.microsoft.com/office/powerpoint/2010/main" val="2590917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 should look somewhat similar to this</a:t>
            </a:r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883444"/>
            <a:ext cx="8010525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232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install this reference you’ll need to restore the project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ef &lt;- will not work</a:t>
            </a:r>
          </a:p>
          <a:p>
            <a:r>
              <a:rPr lang="en-US"/>
              <a:t>dotnet restore</a:t>
            </a:r>
          </a:p>
          <a:p>
            <a:r>
              <a:rPr lang="en-US"/>
              <a:t>dotnet ef &lt;- will work</a:t>
            </a:r>
          </a:p>
        </p:txBody>
      </p:sp>
    </p:spTree>
    <p:extLst>
      <p:ext uri="{BB962C8B-B14F-4D97-AF65-F5344CB8AC3E}">
        <p14:creationId xmlns:p14="http://schemas.microsoft.com/office/powerpoint/2010/main" val="3252775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added CLI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ef dbcontext list</a:t>
            </a:r>
          </a:p>
          <a:p>
            <a:r>
              <a:rPr lang="en-US"/>
              <a:t>dotnet ef dbcontext info</a:t>
            </a:r>
          </a:p>
          <a:p>
            <a:r>
              <a:rPr lang="en-US"/>
              <a:t>dotnet ef migrations list</a:t>
            </a:r>
          </a:p>
          <a:p>
            <a:r>
              <a:rPr lang="en-US"/>
              <a:t>dotnet ef migrations add </a:t>
            </a:r>
            <a:r>
              <a:rPr lang="en-US" i="1"/>
              <a:t>&lt;Migration Name&gt;</a:t>
            </a:r>
          </a:p>
          <a:p>
            <a:r>
              <a:rPr lang="en-US"/>
              <a:t>dotnet ef migrations remove &lt;- removes the last migration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78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make a simple DB</a:t>
            </a:r>
          </a:p>
        </p:txBody>
      </p:sp>
    </p:spTree>
    <p:extLst>
      <p:ext uri="{BB962C8B-B14F-4D97-AF65-F5344CB8AC3E}">
        <p14:creationId xmlns:p14="http://schemas.microsoft.com/office/powerpoint/2010/main" val="2937165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an Entity</a:t>
            </a:r>
            <a:br>
              <a:rPr lang="en-US"/>
            </a:br>
            <a:r>
              <a:rPr lang="en-US"/>
              <a:t>(class that represents a table)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class User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int Id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string Name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249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8831747" cy="1507067"/>
          </a:xfrm>
        </p:spPr>
        <p:txBody>
          <a:bodyPr>
            <a:normAutofit/>
          </a:bodyPr>
          <a:lstStyle/>
          <a:p>
            <a:r>
              <a:rPr lang="en-US"/>
              <a:t>Add A Context</a:t>
            </a:r>
            <a:br>
              <a:rPr lang="en-US"/>
            </a:br>
            <a:r>
              <a:rPr lang="en-US"/>
              <a:t>(class that represents a database)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955374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class TestContext : DbContext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DbSet&lt;User&gt; Users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protected override void OnConfiguring(DbContextOptionsBuilder ){…}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3953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Connection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1" y="685800"/>
            <a:ext cx="10319586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protected override void OnConfiguring(DbContextOptionsBuilder optionsBuilder)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	optionsBuilder.UseSqlServer(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		</a:t>
            </a:r>
            <a:r>
              <a:rPr lang="en-US" sz="1050">
                <a:latin typeface="Consolas" panose="020B0609020204030204" pitchFamily="49" charset="0"/>
              </a:rPr>
              <a:t>“Data Source=office.expertnetwork.ro,14334;Initial Catalog=</a:t>
            </a:r>
            <a:r>
              <a:rPr lang="en-US" sz="1050" i="1">
                <a:latin typeface="Consolas" panose="020B0609020204030204" pitchFamily="49" charset="0"/>
              </a:rPr>
              <a:t>{YourDbName}</a:t>
            </a:r>
            <a:r>
              <a:rPr lang="en-US" sz="1050">
                <a:latin typeface="Consolas" panose="020B0609020204030204" pitchFamily="49" charset="0"/>
              </a:rPr>
              <a:t>;User Id=fiipractic1;Password=jYnLUUBALrbI4vsSVh7l;”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	);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4471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to create a new Mgration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645408" cy="3615267"/>
          </a:xfrm>
        </p:spPr>
        <p:txBody>
          <a:bodyPr/>
          <a:lstStyle/>
          <a:p>
            <a:r>
              <a:rPr lang="en-US"/>
              <a:t>dotnet ef migrations list &lt;- No migrations were found</a:t>
            </a:r>
          </a:p>
          <a:p>
            <a:r>
              <a:rPr lang="en-US"/>
              <a:t>dotnet ef migrations add </a:t>
            </a:r>
            <a:r>
              <a:rPr lang="en-US" smtClean="0"/>
              <a:t>InitialCreate &lt;- If it doesn’t work see next slide</a:t>
            </a:r>
            <a:endParaRPr lang="en-US"/>
          </a:p>
          <a:p>
            <a:r>
              <a:rPr lang="en-US"/>
              <a:t>dotnet ef migrations list &lt;- </a:t>
            </a:r>
            <a:r>
              <a:rPr lang="en-US" i="1"/>
              <a:t>{DateTime formated}</a:t>
            </a:r>
            <a:r>
              <a:rPr lang="en-US"/>
              <a:t>_InitialCreate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9101" y="3936570"/>
            <a:ext cx="620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wild guess but I think something like 20180317111624 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5602637" y="3091912"/>
            <a:ext cx="0" cy="844658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3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If it doesn’t work (Optional)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 to C:\Program </a:t>
            </a:r>
            <a:r>
              <a:rPr lang="en-US" smtClean="0"/>
              <a:t>Files\dotnet\shared\Microsoft.NETCore.App</a:t>
            </a:r>
          </a:p>
          <a:p>
            <a:r>
              <a:rPr lang="en-US" smtClean="0"/>
              <a:t>See the latest version (should be something like 2.0.X)</a:t>
            </a:r>
          </a:p>
          <a:p>
            <a:r>
              <a:rPr lang="en-US" smtClean="0"/>
              <a:t>Edit the class library (CodeFirst.Data)</a:t>
            </a:r>
          </a:p>
          <a:p>
            <a:r>
              <a:rPr lang="en-US"/>
              <a:t>Add &lt;</a:t>
            </a:r>
            <a:r>
              <a:rPr lang="en-US" smtClean="0"/>
              <a:t>RuntimeFrameworkVersion&gt;2.0.X&lt;/</a:t>
            </a:r>
            <a:r>
              <a:rPr lang="en-US"/>
              <a:t>RuntimeFrameworkVersion</a:t>
            </a:r>
            <a:r>
              <a:rPr lang="en-US" smtClean="0"/>
              <a:t>&gt; under &lt;</a:t>
            </a:r>
            <a:r>
              <a:rPr lang="en-US"/>
              <a:t>TargetFramework&gt;netcoreapp2.0&lt;/TargetFramework&gt;</a:t>
            </a:r>
          </a:p>
        </p:txBody>
      </p:sp>
    </p:spTree>
    <p:extLst>
      <p:ext uri="{BB962C8B-B14F-4D97-AF65-F5344CB8AC3E}">
        <p14:creationId xmlns:p14="http://schemas.microsoft.com/office/powerpoint/2010/main" val="3697270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it doesn’t work (Optional</a:t>
            </a:r>
            <a:r>
              <a:rPr lang="en-US" smtClean="0"/>
              <a:t>)</a:t>
            </a:r>
            <a:br>
              <a:rPr lang="en-US" smtClean="0"/>
            </a:br>
            <a:r>
              <a:rPr lang="en-US" smtClean="0"/>
              <a:t>How it look on my pc</a:t>
            </a:r>
            <a:endParaRPr lang="en-US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80" y="685800"/>
            <a:ext cx="8199665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302857" y="2084522"/>
            <a:ext cx="2425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Add your version here (mine is 2.0.0)</a:t>
            </a:r>
            <a:endParaRPr lang="en-US"/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 flipV="1">
            <a:off x="4068305" y="1728061"/>
            <a:ext cx="5234552" cy="67962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7620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it doesn’t work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Save the file </a:t>
            </a:r>
          </a:p>
          <a:p>
            <a:r>
              <a:rPr lang="en-US"/>
              <a:t>d</a:t>
            </a:r>
            <a:r>
              <a:rPr lang="en-US" smtClean="0"/>
              <a:t>otnet restore</a:t>
            </a:r>
          </a:p>
          <a:p>
            <a:r>
              <a:rPr lang="en-US" smtClean="0"/>
              <a:t>Try again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9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870494" cy="1507067"/>
          </a:xfrm>
        </p:spPr>
        <p:txBody>
          <a:bodyPr/>
          <a:lstStyle/>
          <a:p>
            <a:r>
              <a:rPr lang="en-US"/>
              <a:t>Check how your db will look like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832535"/>
            <a:ext cx="8534400" cy="3321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4438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all good then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ef database update</a:t>
            </a:r>
          </a:p>
        </p:txBody>
      </p:sp>
    </p:spTree>
    <p:extLst>
      <p:ext uri="{BB962C8B-B14F-4D97-AF65-F5344CB8AC3E}">
        <p14:creationId xmlns:p14="http://schemas.microsoft.com/office/powerpoint/2010/main" val="488381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Now open SQL Server Management Studio to check if all 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2014352"/>
            <a:ext cx="1906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 DB should be here</a:t>
            </a:r>
          </a:p>
        </p:txBody>
      </p:sp>
      <p:cxnSp>
        <p:nvCxnSpPr>
          <p:cNvPr id="8" name="Straight Arrow Connector 7"/>
          <p:cNvCxnSpPr>
            <a:stCxn id="6" idx="3"/>
            <a:endCxn id="10" idx="1"/>
          </p:cNvCxnSpPr>
          <p:nvPr/>
        </p:nvCxnSpPr>
        <p:spPr>
          <a:xfrm>
            <a:off x="2363491" y="2337518"/>
            <a:ext cx="929900" cy="0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1516291"/>
            <a:ext cx="33051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eft Brace 9"/>
          <p:cNvSpPr/>
          <p:nvPr/>
        </p:nvSpPr>
        <p:spPr>
          <a:xfrm>
            <a:off x="3293391" y="1962833"/>
            <a:ext cx="379708" cy="749369"/>
          </a:xfrm>
          <a:prstGeom prst="leftBrac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91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come User has primary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Entity Framework Core has some conventions for asigning a primary key when you do not assign one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By convention, a property named </a:t>
            </a:r>
            <a:r>
              <a:rPr lang="en-US" b="1"/>
              <a:t>Id</a:t>
            </a:r>
            <a:r>
              <a:rPr lang="en-US"/>
              <a:t> or </a:t>
            </a:r>
            <a:r>
              <a:rPr lang="en-US" b="1"/>
              <a:t>&lt;type name&gt;Id</a:t>
            </a:r>
            <a:r>
              <a:rPr lang="en-US"/>
              <a:t> will be configured as the primary key of an entity</a:t>
            </a:r>
          </a:p>
        </p:txBody>
      </p:sp>
    </p:spTree>
    <p:extLst>
      <p:ext uri="{BB962C8B-B14F-4D97-AF65-F5344CB8AC3E}">
        <p14:creationId xmlns:p14="http://schemas.microsoft.com/office/powerpoint/2010/main" val="4653196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 PK or </a:t>
            </a:r>
            <a:br>
              <a:rPr lang="en-US"/>
            </a:br>
            <a:r>
              <a:rPr lang="en-US"/>
              <a:t>Data annotations PK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EF takes Id as PK by default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public class User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	public int Id { get; set; }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	public string Name { get; set; }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/>
              <a:t>EF takes </a:t>
            </a:r>
            <a:r>
              <a:rPr lang="en-US" sz="2400">
                <a:latin typeface="Consolas" panose="020B0609020204030204" pitchFamily="49" charset="0"/>
              </a:rPr>
              <a:t>MyCustomKey</a:t>
            </a:r>
            <a:r>
              <a:rPr lang="en-US" sz="2400"/>
              <a:t> as PK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public class User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[Key]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public int MyCustomKey{ get; set; }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public string Name { get; set; }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82783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make a more complex DB</a:t>
            </a:r>
          </a:p>
        </p:txBody>
      </p:sp>
    </p:spTree>
    <p:extLst>
      <p:ext uri="{BB962C8B-B14F-4D97-AF65-F5344CB8AC3E}">
        <p14:creationId xmlns:p14="http://schemas.microsoft.com/office/powerpoint/2010/main" val="924816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to many</a:t>
            </a:r>
          </a:p>
        </p:txBody>
      </p:sp>
    </p:spTree>
    <p:extLst>
      <p:ext uri="{BB962C8B-B14F-4D97-AF65-F5344CB8AC3E}">
        <p14:creationId xmlns:p14="http://schemas.microsoft.com/office/powerpoint/2010/main" val="2117289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say that an Article has a title and an id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class Article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int Id { get; set; }	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string Title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115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user can have Many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User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int Id { get; set; 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string Name { get; set; }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List&lt;Article&gt; Articles { get; set; 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82385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article can have One 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Article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int Id { get; set; }	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string Title { get; set; }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int UserId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User User { get; set; 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6137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up with UserId?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Article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int Id { get; set; }	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string Title { get; set; }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int UserId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User User { get; set; 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7742" y="2712203"/>
            <a:ext cx="3564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signals EF Core that it should add a foreign key called UserId to the table User </a:t>
            </a: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>
          <a:xfrm flipH="1">
            <a:off x="5633634" y="3173868"/>
            <a:ext cx="1294108" cy="0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5314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EF Core handels </a:t>
            </a:r>
            <a:br>
              <a:rPr lang="en-US"/>
            </a:br>
            <a:r>
              <a:rPr lang="en-US"/>
              <a:t>Foreign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Entity Framework Core also has conventions for asigning a foreign key when you do not assign one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First you have a navigational link between them (in User have a reference to Article and vice versa)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If the dependent entity contains a property named </a:t>
            </a:r>
          </a:p>
          <a:p>
            <a:pPr lvl="1"/>
            <a:r>
              <a:rPr lang="en-US" b="1"/>
              <a:t>&lt;primary key property name&gt;</a:t>
            </a:r>
          </a:p>
          <a:p>
            <a:pPr lvl="1"/>
            <a:r>
              <a:rPr lang="en-US" b="1"/>
              <a:t>&lt;navigation property name&gt;&lt;primary key property name&gt;</a:t>
            </a:r>
          </a:p>
          <a:p>
            <a:pPr lvl="1"/>
            <a:r>
              <a:rPr lang="en-US" b="1"/>
              <a:t>&lt;principal entity name&gt;&lt;primary key property name&gt;</a:t>
            </a:r>
          </a:p>
        </p:txBody>
      </p:sp>
    </p:spTree>
    <p:extLst>
      <p:ext uri="{BB962C8B-B14F-4D97-AF65-F5344CB8AC3E}">
        <p14:creationId xmlns:p14="http://schemas.microsoft.com/office/powerpoint/2010/main" val="25592103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Convention FK or </a:t>
            </a:r>
            <a:br>
              <a:rPr lang="en-US"/>
            </a:br>
            <a:r>
              <a:rPr lang="en-US"/>
              <a:t>Data annotations fK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300"/>
              <a:t>EF takes UserId as PK by default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	public int UserId { get; set; }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	public User User { get; set; 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>
                <a:latin typeface="+mj-lt"/>
              </a:rPr>
              <a:t>EF takes MyCustomFK as FK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public int MyCustomFK { get; set; }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[ForeignKey(“MyCustomFK”)]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</a:rPr>
              <a:t>	public User User { get; set; }</a:t>
            </a:r>
          </a:p>
        </p:txBody>
      </p:sp>
    </p:spTree>
    <p:extLst>
      <p:ext uri="{BB962C8B-B14F-4D97-AF65-F5344CB8AC3E}">
        <p14:creationId xmlns:p14="http://schemas.microsoft.com/office/powerpoint/2010/main" val="13106845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add it to the context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TestContext : DbContext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DbSet&lt;User&gt; Users { get; set; }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DbSet&lt;Article&gt; Articles { get; set; 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…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10789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new Migration and update 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ef migrations add OneToMany</a:t>
            </a:r>
          </a:p>
          <a:p>
            <a:r>
              <a:rPr lang="en-US"/>
              <a:t>dotnet ef database update</a:t>
            </a:r>
          </a:p>
        </p:txBody>
      </p:sp>
    </p:spTree>
    <p:extLst>
      <p:ext uri="{BB962C8B-B14F-4D97-AF65-F5344CB8AC3E}">
        <p14:creationId xmlns:p14="http://schemas.microsoft.com/office/powerpoint/2010/main" val="15873752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to Many</a:t>
            </a:r>
          </a:p>
        </p:txBody>
      </p:sp>
    </p:spTree>
    <p:extLst>
      <p:ext uri="{BB962C8B-B14F-4D97-AF65-F5344CB8AC3E}">
        <p14:creationId xmlns:p14="http://schemas.microsoft.com/office/powerpoint/2010/main" val="1121903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68713" y="4464084"/>
            <a:ext cx="8534400" cy="1507067"/>
          </a:xfrm>
        </p:spPr>
        <p:txBody>
          <a:bodyPr/>
          <a:lstStyle/>
          <a:p>
            <a:r>
              <a:rPr lang="en-US"/>
              <a:t>Let’s say that we add tags on each article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idx="4294967295"/>
          </p:nvPr>
        </p:nvSpPr>
        <p:spPr>
          <a:xfrm>
            <a:off x="0" y="685800"/>
            <a:ext cx="8534400" cy="3614738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class Tag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int Id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string Name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04547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 to create a class that conects the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public class ArticleTag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int ArticleId { get; set; }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Article Article { get; set; }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int TagId { get; set; }</a:t>
            </a:r>
          </a:p>
          <a:p>
            <a:pPr marL="457200" lvl="1" indent="0">
              <a:buNone/>
            </a:pPr>
            <a:r>
              <a:rPr lang="en-US">
                <a:latin typeface="Consolas" panose="020B0609020204030204" pitchFamily="49" charset="0"/>
              </a:rPr>
              <a:t>public Tag Tag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96031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Each class needs to have a reference to ArticleTag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Article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string Title { get; set; }</a:t>
            </a:r>
          </a:p>
          <a:p>
            <a:pPr marL="0" indent="0">
              <a:buNone/>
            </a:pPr>
            <a:endParaRPr lang="en-US" sz="1250">
              <a:solidFill>
                <a:schemeClr val="tx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int UserId { get; set; }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User User { get; set; }</a:t>
            </a:r>
          </a:p>
          <a:p>
            <a:pPr marL="0" indent="0">
              <a:buNone/>
            </a:pPr>
            <a:r>
              <a:rPr lang="en-US" sz="1250">
                <a:latin typeface="Consolas" panose="020B0609020204030204" pitchFamily="49" charset="0"/>
              </a:rPr>
              <a:t>	public List&lt;ArticleTag&gt; ArticleTags { get; set; }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Tag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public string Name { get; set; }</a:t>
            </a:r>
            <a:endParaRPr lang="en-US" sz="125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50">
                <a:latin typeface="Consolas" panose="020B0609020204030204" pitchFamily="49" charset="0"/>
              </a:rPr>
              <a:t>	public List&lt;ArticleTag&gt; ArticleTags { get; set; }</a:t>
            </a:r>
          </a:p>
          <a:p>
            <a:pPr marL="0" indent="0">
              <a:buNone/>
            </a:pPr>
            <a:r>
              <a:rPr lang="en-US" sz="125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12976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we need to add a primary key to the connection table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public class TestContext : DbContext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…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public DbSet&lt;Tag&gt; Tags { get; set; }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protected override void OnModelCreating(ModelBuilder modelBuilder)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modelBuilder.Entity&lt;ArticleTag</a:t>
            </a:r>
            <a:r>
              <a:rPr lang="en-US" smtClean="0">
                <a:latin typeface="Consolas" panose="020B0609020204030204" pitchFamily="49" charset="0"/>
              </a:rPr>
              <a:t>&gt;()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</a:t>
            </a:r>
            <a:r>
              <a:rPr lang="en-US">
                <a:latin typeface="Consolas" panose="020B0609020204030204" pitchFamily="49" charset="0"/>
              </a:rPr>
              <a:t>		.ToTable("</a:t>
            </a:r>
            <a:r>
              <a:rPr lang="en-US">
                <a:latin typeface="Consolas" panose="020B0609020204030204" pitchFamily="49" charset="0"/>
              </a:rPr>
              <a:t>ArticleTags</a:t>
            </a:r>
            <a:r>
              <a:rPr lang="en-US" smtClean="0">
                <a:latin typeface="Consolas" panose="020B0609020204030204" pitchFamily="49" charset="0"/>
              </a:rPr>
              <a:t>") </a:t>
            </a: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		.HasKey(t =&gt; new { t.ArticleId, t.TagId });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	…</a:t>
            </a:r>
          </a:p>
          <a:p>
            <a:pPr marL="0" indent="0">
              <a:buNone/>
            </a:pPr>
            <a:r>
              <a:rPr lang="en-US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55803" y="2185262"/>
            <a:ext cx="287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We add this so we can name this table however we want (by default it is ArticleTag, the name of the entity)</a:t>
            </a:r>
            <a:endParaRPr lang="en-US"/>
          </a:p>
        </p:txBody>
      </p:sp>
      <p:cxnSp>
        <p:nvCxnSpPr>
          <p:cNvPr id="4" name="Straight Arrow Connector 3"/>
          <p:cNvCxnSpPr>
            <a:stCxn id="2" idx="1"/>
          </p:cNvCxnSpPr>
          <p:nvPr/>
        </p:nvCxnSpPr>
        <p:spPr>
          <a:xfrm flipH="1">
            <a:off x="4479010" y="2923926"/>
            <a:ext cx="4176793" cy="0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5435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Create a new Migration and update 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dotnet ef migrations add ManyToMany</a:t>
            </a:r>
          </a:p>
          <a:p>
            <a:r>
              <a:rPr lang="en-US"/>
              <a:t>dotnet ef database update</a:t>
            </a:r>
          </a:p>
        </p:txBody>
      </p:sp>
    </p:spTree>
    <p:extLst>
      <p:ext uri="{BB962C8B-B14F-4D97-AF65-F5344CB8AC3E}">
        <p14:creationId xmlns:p14="http://schemas.microsoft.com/office/powerpoint/2010/main" val="1701054147"/>
      </p:ext>
    </p:extLst>
  </p:cSld>
  <p:clrMapOvr>
    <a:masterClrMapping/>
  </p:clrMapOvr>
</p:sld>
</file>

<file path=ppt/theme/theme1.xml><?xml version="1.0" encoding="utf-8"?>
<a:theme xmlns:a="http://schemas.openxmlformats.org/drawingml/2006/main" name="1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3103</TotalTime>
  <Words>947</Words>
  <Application>Microsoft Office PowerPoint</Application>
  <PresentationFormat>Custom</PresentationFormat>
  <Paragraphs>254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1_Sector</vt:lpstr>
      <vt:lpstr>ASP.NET Core, PEEk into the future </vt:lpstr>
      <vt:lpstr>So, week 2, huh?</vt:lpstr>
      <vt:lpstr>Guest(S)</vt:lpstr>
      <vt:lpstr>Short recap</vt:lpstr>
      <vt:lpstr>About that remove</vt:lpstr>
      <vt:lpstr>Linq sintaxes</vt:lpstr>
      <vt:lpstr>Linq sintaxes</vt:lpstr>
      <vt:lpstr>.net core project types</vt:lpstr>
      <vt:lpstr>N-Layer</vt:lpstr>
      <vt:lpstr>N-Layer Architecture</vt:lpstr>
      <vt:lpstr>Facebook</vt:lpstr>
      <vt:lpstr>How Facebook uses diferent presentation layers</vt:lpstr>
      <vt:lpstr>Netflix</vt:lpstr>
      <vt:lpstr>How Netflix Used to chill</vt:lpstr>
      <vt:lpstr>How Netflix Chills now</vt:lpstr>
      <vt:lpstr>New netflix philosophies </vt:lpstr>
      <vt:lpstr>About that homework</vt:lpstr>
      <vt:lpstr>Why this never happens</vt:lpstr>
      <vt:lpstr>Entity Framework Core</vt:lpstr>
      <vt:lpstr>Database</vt:lpstr>
      <vt:lpstr>Create classes using an existing database</vt:lpstr>
      <vt:lpstr>Create a Database using existing classes</vt:lpstr>
      <vt:lpstr>There is another one but we will not talk about it</vt:lpstr>
      <vt:lpstr>command line interface</vt:lpstr>
      <vt:lpstr>Code first</vt:lpstr>
      <vt:lpstr>Create a new Class Library</vt:lpstr>
      <vt:lpstr>Prerequisites</vt:lpstr>
      <vt:lpstr>Open the Solution</vt:lpstr>
      <vt:lpstr>Edit the Class Library project</vt:lpstr>
      <vt:lpstr>You need to add this Ef Core CLI Reference</vt:lpstr>
      <vt:lpstr>It should look somewhat similar to this</vt:lpstr>
      <vt:lpstr>To install this reference you’ll need to restore the project </vt:lpstr>
      <vt:lpstr>The added CLI commands</vt:lpstr>
      <vt:lpstr>Let’s make a simple DB</vt:lpstr>
      <vt:lpstr>Add an Entity (class that represents a table)</vt:lpstr>
      <vt:lpstr>Add A Context (class that represents a database)</vt:lpstr>
      <vt:lpstr>Connection String</vt:lpstr>
      <vt:lpstr>Now to create a new Mgration</vt:lpstr>
      <vt:lpstr>If it doesn’t work (Optional)</vt:lpstr>
      <vt:lpstr>If it doesn’t work (Optional) How it look on my pc</vt:lpstr>
      <vt:lpstr>If it doesn’t work (Optional)</vt:lpstr>
      <vt:lpstr>Check how your db will look like</vt:lpstr>
      <vt:lpstr>If all good then update</vt:lpstr>
      <vt:lpstr>Now open SQL Server Management Studio to check if all good</vt:lpstr>
      <vt:lpstr>How come User has primary key?</vt:lpstr>
      <vt:lpstr>Convention PK or  Data annotations PK</vt:lpstr>
      <vt:lpstr>Let’s make a more complex DB</vt:lpstr>
      <vt:lpstr>One to many</vt:lpstr>
      <vt:lpstr>Let’s say that an Article has a title and an id</vt:lpstr>
      <vt:lpstr>A user can have Many articles</vt:lpstr>
      <vt:lpstr>An article can have One User</vt:lpstr>
      <vt:lpstr>What is up with UserId?</vt:lpstr>
      <vt:lpstr>How EF Core handels  Foreign Keys</vt:lpstr>
      <vt:lpstr>Convention FK or  Data annotations fK</vt:lpstr>
      <vt:lpstr>Now add it to the context</vt:lpstr>
      <vt:lpstr>Create a new Migration and update the database</vt:lpstr>
      <vt:lpstr>Many to Many</vt:lpstr>
      <vt:lpstr>Let’s say that we add tags on each article</vt:lpstr>
      <vt:lpstr>We need to create a class that conects the two</vt:lpstr>
      <vt:lpstr>And Each class needs to have a reference to ArticleTag</vt:lpstr>
      <vt:lpstr>Now we need to add a primary key to the connection table</vt:lpstr>
      <vt:lpstr>Create a new Migration and update the database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Daniel Moniry</cp:lastModifiedBy>
  <cp:revision>150</cp:revision>
  <dcterms:created xsi:type="dcterms:W3CDTF">2012-08-15T22:34:51Z</dcterms:created>
  <dcterms:modified xsi:type="dcterms:W3CDTF">2018-03-19T10:20:17Z</dcterms:modified>
</cp:coreProperties>
</file>