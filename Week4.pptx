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62" r:id="rId1"/>
    <p:sldMasterId id="2147484780" r:id="rId2"/>
  </p:sldMasterIdLst>
  <p:notesMasterIdLst>
    <p:notesMasterId r:id="rId53"/>
  </p:notesMasterIdLst>
  <p:sldIdLst>
    <p:sldId id="256" r:id="rId3"/>
    <p:sldId id="309" r:id="rId4"/>
    <p:sldId id="390" r:id="rId5"/>
    <p:sldId id="304" r:id="rId6"/>
    <p:sldId id="385" r:id="rId7"/>
    <p:sldId id="387" r:id="rId8"/>
    <p:sldId id="388" r:id="rId9"/>
    <p:sldId id="386" r:id="rId10"/>
    <p:sldId id="389" r:id="rId11"/>
    <p:sldId id="391" r:id="rId12"/>
    <p:sldId id="437" r:id="rId13"/>
    <p:sldId id="436" r:id="rId14"/>
    <p:sldId id="438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9" r:id="rId27"/>
    <p:sldId id="410" r:id="rId28"/>
    <p:sldId id="404" r:id="rId29"/>
    <p:sldId id="405" r:id="rId30"/>
    <p:sldId id="407" r:id="rId31"/>
    <p:sldId id="414" r:id="rId32"/>
    <p:sldId id="408" r:id="rId33"/>
    <p:sldId id="411" r:id="rId34"/>
    <p:sldId id="415" r:id="rId35"/>
    <p:sldId id="417" r:id="rId36"/>
    <p:sldId id="416" r:id="rId37"/>
    <p:sldId id="418" r:id="rId38"/>
    <p:sldId id="419" r:id="rId39"/>
    <p:sldId id="430" r:id="rId40"/>
    <p:sldId id="427" r:id="rId41"/>
    <p:sldId id="426" r:id="rId42"/>
    <p:sldId id="428" r:id="rId43"/>
    <p:sldId id="429" r:id="rId44"/>
    <p:sldId id="420" r:id="rId45"/>
    <p:sldId id="423" r:id="rId46"/>
    <p:sldId id="424" r:id="rId47"/>
    <p:sldId id="425" r:id="rId48"/>
    <p:sldId id="422" r:id="rId49"/>
    <p:sldId id="421" r:id="rId50"/>
    <p:sldId id="412" r:id="rId51"/>
    <p:sldId id="413" r:id="rId5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fd98b2f48b61e251" providerId="Windows Live" clId="Web-{25AED6AB-8FAF-4E26-9FA0-9D391AD0B945}"/>
    <pc:docChg chg="addSld delSld modSld sldOrd">
      <pc:chgData name="Guest User" userId="fd98b2f48b61e251" providerId="Windows Live" clId="Web-{25AED6AB-8FAF-4E26-9FA0-9D391AD0B945}" dt="2018-03-29T16:55:42.906" v="1386"/>
      <pc:docMkLst>
        <pc:docMk/>
      </pc:docMkLst>
      <pc:sldChg chg="addSp delSp modSp add ord replId">
        <pc:chgData name="Guest User" userId="fd98b2f48b61e251" providerId="Windows Live" clId="Web-{25AED6AB-8FAF-4E26-9FA0-9D391AD0B945}" dt="2018-03-29T15:57:15.872" v="41"/>
        <pc:sldMkLst>
          <pc:docMk/>
          <pc:sldMk cId="40177978" sldId="393"/>
        </pc:sldMkLst>
        <pc:spChg chg="mod">
          <ac:chgData name="Guest User" userId="fd98b2f48b61e251" providerId="Windows Live" clId="Web-{25AED6AB-8FAF-4E26-9FA0-9D391AD0B945}" dt="2018-03-29T15:57:08.153" v="33"/>
          <ac:spMkLst>
            <pc:docMk/>
            <pc:sldMk cId="40177978" sldId="393"/>
            <ac:spMk id="2" creationId="{00000000-0000-0000-0000-000000000000}"/>
          </ac:spMkLst>
        </pc:spChg>
        <pc:spChg chg="del mod">
          <ac:chgData name="Guest User" userId="fd98b2f48b61e251" providerId="Windows Live" clId="Web-{25AED6AB-8FAF-4E26-9FA0-9D391AD0B945}" dt="2018-03-29T15:57:10.966" v="38"/>
          <ac:spMkLst>
            <pc:docMk/>
            <pc:sldMk cId="40177978" sldId="393"/>
            <ac:spMk id="3" creationId="{00000000-0000-0000-0000-000000000000}"/>
          </ac:spMkLst>
        </pc:spChg>
        <pc:spChg chg="add mod">
          <ac:chgData name="Guest User" userId="fd98b2f48b61e251" providerId="Windows Live" clId="Web-{25AED6AB-8FAF-4E26-9FA0-9D391AD0B945}" dt="2018-03-29T15:57:15.872" v="41"/>
          <ac:spMkLst>
            <pc:docMk/>
            <pc:sldMk cId="40177978" sldId="393"/>
            <ac:spMk id="5" creationId="{279A7DA3-3947-4345-9DFB-5F6214DB6C4F}"/>
          </ac:spMkLst>
        </pc:spChg>
      </pc:sldChg>
      <pc:sldChg chg="modSp new">
        <pc:chgData name="Guest User" userId="fd98b2f48b61e251" providerId="Windows Live" clId="Web-{25AED6AB-8FAF-4E26-9FA0-9D391AD0B945}" dt="2018-03-29T15:59:07.935" v="130"/>
        <pc:sldMkLst>
          <pc:docMk/>
          <pc:sldMk cId="2093862750" sldId="394"/>
        </pc:sldMkLst>
        <pc:spChg chg="mod">
          <ac:chgData name="Guest User" userId="fd98b2f48b61e251" providerId="Windows Live" clId="Web-{25AED6AB-8FAF-4E26-9FA0-9D391AD0B945}" dt="2018-03-29T15:58:14.716" v="65"/>
          <ac:spMkLst>
            <pc:docMk/>
            <pc:sldMk cId="2093862750" sldId="394"/>
            <ac:spMk id="2" creationId="{83AC3293-8032-4472-B512-FD60177F3D19}"/>
          </ac:spMkLst>
        </pc:spChg>
        <pc:spChg chg="mod">
          <ac:chgData name="Guest User" userId="fd98b2f48b61e251" providerId="Windows Live" clId="Web-{25AED6AB-8FAF-4E26-9FA0-9D391AD0B945}" dt="2018-03-29T15:59:07.935" v="130"/>
          <ac:spMkLst>
            <pc:docMk/>
            <pc:sldMk cId="2093862750" sldId="394"/>
            <ac:spMk id="3" creationId="{7FFCA19A-8432-4BDF-8F80-93FACA595152}"/>
          </ac:spMkLst>
        </pc:spChg>
      </pc:sldChg>
      <pc:sldChg chg="modSp new">
        <pc:chgData name="Guest User" userId="fd98b2f48b61e251" providerId="Windows Live" clId="Web-{25AED6AB-8FAF-4E26-9FA0-9D391AD0B945}" dt="2018-03-29T16:01:29.717" v="317"/>
        <pc:sldMkLst>
          <pc:docMk/>
          <pc:sldMk cId="1870883420" sldId="395"/>
        </pc:sldMkLst>
        <pc:spChg chg="mod">
          <ac:chgData name="Guest User" userId="fd98b2f48b61e251" providerId="Windows Live" clId="Web-{25AED6AB-8FAF-4E26-9FA0-9D391AD0B945}" dt="2018-03-29T15:59:19.107" v="137"/>
          <ac:spMkLst>
            <pc:docMk/>
            <pc:sldMk cId="1870883420" sldId="395"/>
            <ac:spMk id="2" creationId="{9B38AEEF-CD97-4931-BC3E-69309FD3B1FC}"/>
          </ac:spMkLst>
        </pc:spChg>
        <pc:spChg chg="mod">
          <ac:chgData name="Guest User" userId="fd98b2f48b61e251" providerId="Windows Live" clId="Web-{25AED6AB-8FAF-4E26-9FA0-9D391AD0B945}" dt="2018-03-29T16:01:29.717" v="317"/>
          <ac:spMkLst>
            <pc:docMk/>
            <pc:sldMk cId="1870883420" sldId="395"/>
            <ac:spMk id="3" creationId="{1D64380C-C26D-4923-AD3C-355D57A38906}"/>
          </ac:spMkLst>
        </pc:spChg>
      </pc:sldChg>
      <pc:sldChg chg="modSp new">
        <pc:chgData name="Guest User" userId="fd98b2f48b61e251" providerId="Windows Live" clId="Web-{25AED6AB-8FAF-4E26-9FA0-9D391AD0B945}" dt="2018-03-29T16:17:43.710" v="415"/>
        <pc:sldMkLst>
          <pc:docMk/>
          <pc:sldMk cId="3288712808" sldId="396"/>
        </pc:sldMkLst>
        <pc:spChg chg="mod">
          <ac:chgData name="Guest User" userId="fd98b2f48b61e251" providerId="Windows Live" clId="Web-{25AED6AB-8FAF-4E26-9FA0-9D391AD0B945}" dt="2018-03-29T16:16:37.851" v="333"/>
          <ac:spMkLst>
            <pc:docMk/>
            <pc:sldMk cId="3288712808" sldId="396"/>
            <ac:spMk id="2" creationId="{4FE373B7-F378-4414-A5DB-D2E26253B899}"/>
          </ac:spMkLst>
        </pc:spChg>
        <pc:spChg chg="mod">
          <ac:chgData name="Guest User" userId="fd98b2f48b61e251" providerId="Windows Live" clId="Web-{25AED6AB-8FAF-4E26-9FA0-9D391AD0B945}" dt="2018-03-29T16:17:43.710" v="415"/>
          <ac:spMkLst>
            <pc:docMk/>
            <pc:sldMk cId="3288712808" sldId="396"/>
            <ac:spMk id="3" creationId="{12013CA0-E0DF-4586-BB80-6403E6782A5D}"/>
          </ac:spMkLst>
        </pc:spChg>
      </pc:sldChg>
      <pc:sldChg chg="modSp new">
        <pc:chgData name="Guest User" userId="fd98b2f48b61e251" providerId="Windows Live" clId="Web-{25AED6AB-8FAF-4E26-9FA0-9D391AD0B945}" dt="2018-03-29T16:21:12.571" v="581"/>
        <pc:sldMkLst>
          <pc:docMk/>
          <pc:sldMk cId="1488355642" sldId="397"/>
        </pc:sldMkLst>
        <pc:spChg chg="mod">
          <ac:chgData name="Guest User" userId="fd98b2f48b61e251" providerId="Windows Live" clId="Web-{25AED6AB-8FAF-4E26-9FA0-9D391AD0B945}" dt="2018-03-29T16:21:12.571" v="581"/>
          <ac:spMkLst>
            <pc:docMk/>
            <pc:sldMk cId="1488355642" sldId="397"/>
            <ac:spMk id="2" creationId="{DAA1266D-804B-4E28-BB81-A22C447262E4}"/>
          </ac:spMkLst>
        </pc:spChg>
        <pc:spChg chg="mod">
          <ac:chgData name="Guest User" userId="fd98b2f48b61e251" providerId="Windows Live" clId="Web-{25AED6AB-8FAF-4E26-9FA0-9D391AD0B945}" dt="2018-03-29T16:21:05.712" v="575"/>
          <ac:spMkLst>
            <pc:docMk/>
            <pc:sldMk cId="1488355642" sldId="397"/>
            <ac:spMk id="3" creationId="{A0AD4D61-E159-4627-B9ED-50B4E2949615}"/>
          </ac:spMkLst>
        </pc:spChg>
      </pc:sldChg>
      <pc:sldChg chg="modSp new">
        <pc:chgData name="Guest User" userId="fd98b2f48b61e251" providerId="Windows Live" clId="Web-{25AED6AB-8FAF-4E26-9FA0-9D391AD0B945}" dt="2018-03-29T16:22:18.962" v="658"/>
        <pc:sldMkLst>
          <pc:docMk/>
          <pc:sldMk cId="2995019548" sldId="398"/>
        </pc:sldMkLst>
        <pc:spChg chg="mod">
          <ac:chgData name="Guest User" userId="fd98b2f48b61e251" providerId="Windows Live" clId="Web-{25AED6AB-8FAF-4E26-9FA0-9D391AD0B945}" dt="2018-03-29T16:21:29.399" v="589"/>
          <ac:spMkLst>
            <pc:docMk/>
            <pc:sldMk cId="2995019548" sldId="398"/>
            <ac:spMk id="2" creationId="{FFDA9067-8AAE-40BB-BA4B-5D7EFB2EBA35}"/>
          </ac:spMkLst>
        </pc:spChg>
        <pc:spChg chg="mod">
          <ac:chgData name="Guest User" userId="fd98b2f48b61e251" providerId="Windows Live" clId="Web-{25AED6AB-8FAF-4E26-9FA0-9D391AD0B945}" dt="2018-03-29T16:22:18.962" v="658"/>
          <ac:spMkLst>
            <pc:docMk/>
            <pc:sldMk cId="2995019548" sldId="398"/>
            <ac:spMk id="3" creationId="{7146CD04-E21D-4DF5-9103-048DD837DA96}"/>
          </ac:spMkLst>
        </pc:spChg>
      </pc:sldChg>
      <pc:sldChg chg="modSp new">
        <pc:chgData name="Guest User" userId="fd98b2f48b61e251" providerId="Windows Live" clId="Web-{25AED6AB-8FAF-4E26-9FA0-9D391AD0B945}" dt="2018-03-29T16:26:22.026" v="838"/>
        <pc:sldMkLst>
          <pc:docMk/>
          <pc:sldMk cId="2100093031" sldId="399"/>
        </pc:sldMkLst>
        <pc:spChg chg="mod">
          <ac:chgData name="Guest User" userId="fd98b2f48b61e251" providerId="Windows Live" clId="Web-{25AED6AB-8FAF-4E26-9FA0-9D391AD0B945}" dt="2018-03-29T16:22:47.962" v="676"/>
          <ac:spMkLst>
            <pc:docMk/>
            <pc:sldMk cId="2100093031" sldId="399"/>
            <ac:spMk id="2" creationId="{12715D73-D10A-4B44-AEED-D189D926B011}"/>
          </ac:spMkLst>
        </pc:spChg>
        <pc:spChg chg="mod">
          <ac:chgData name="Guest User" userId="fd98b2f48b61e251" providerId="Windows Live" clId="Web-{25AED6AB-8FAF-4E26-9FA0-9D391AD0B945}" dt="2018-03-29T16:26:22.026" v="838"/>
          <ac:spMkLst>
            <pc:docMk/>
            <pc:sldMk cId="2100093031" sldId="399"/>
            <ac:spMk id="3" creationId="{DB27D4CC-1726-46BC-B042-EC29E698A3BC}"/>
          </ac:spMkLst>
        </pc:spChg>
      </pc:sldChg>
      <pc:sldChg chg="modSp new">
        <pc:chgData name="Guest User" userId="fd98b2f48b61e251" providerId="Windows Live" clId="Web-{25AED6AB-8FAF-4E26-9FA0-9D391AD0B945}" dt="2018-03-29T16:28:28.011" v="936"/>
        <pc:sldMkLst>
          <pc:docMk/>
          <pc:sldMk cId="1778163941" sldId="400"/>
        </pc:sldMkLst>
        <pc:spChg chg="mod">
          <ac:chgData name="Guest User" userId="fd98b2f48b61e251" providerId="Windows Live" clId="Web-{25AED6AB-8FAF-4E26-9FA0-9D391AD0B945}" dt="2018-03-29T16:27:05.776" v="848"/>
          <ac:spMkLst>
            <pc:docMk/>
            <pc:sldMk cId="1778163941" sldId="400"/>
            <ac:spMk id="2" creationId="{3B81DEE5-2D49-4D4A-AFDB-DA75BFAE1AB0}"/>
          </ac:spMkLst>
        </pc:spChg>
        <pc:spChg chg="mod">
          <ac:chgData name="Guest User" userId="fd98b2f48b61e251" providerId="Windows Live" clId="Web-{25AED6AB-8FAF-4E26-9FA0-9D391AD0B945}" dt="2018-03-29T16:28:28.011" v="936"/>
          <ac:spMkLst>
            <pc:docMk/>
            <pc:sldMk cId="1778163941" sldId="400"/>
            <ac:spMk id="3" creationId="{746D6768-0135-433F-B253-5AC8A9A741E7}"/>
          </ac:spMkLst>
        </pc:spChg>
      </pc:sldChg>
      <pc:sldChg chg="modSp new">
        <pc:chgData name="Guest User" userId="fd98b2f48b61e251" providerId="Windows Live" clId="Web-{25AED6AB-8FAF-4E26-9FA0-9D391AD0B945}" dt="2018-03-29T16:30:36.497" v="1068"/>
        <pc:sldMkLst>
          <pc:docMk/>
          <pc:sldMk cId="124102710" sldId="401"/>
        </pc:sldMkLst>
        <pc:spChg chg="mod">
          <ac:chgData name="Guest User" userId="fd98b2f48b61e251" providerId="Windows Live" clId="Web-{25AED6AB-8FAF-4E26-9FA0-9D391AD0B945}" dt="2018-03-29T16:28:56.653" v="947"/>
          <ac:spMkLst>
            <pc:docMk/>
            <pc:sldMk cId="124102710" sldId="401"/>
            <ac:spMk id="2" creationId="{E3FC51B8-3FC1-45DD-A28D-263DAC50785F}"/>
          </ac:spMkLst>
        </pc:spChg>
        <pc:spChg chg="mod">
          <ac:chgData name="Guest User" userId="fd98b2f48b61e251" providerId="Windows Live" clId="Web-{25AED6AB-8FAF-4E26-9FA0-9D391AD0B945}" dt="2018-03-29T16:30:36.497" v="1068"/>
          <ac:spMkLst>
            <pc:docMk/>
            <pc:sldMk cId="124102710" sldId="401"/>
            <ac:spMk id="3" creationId="{5DB08FFC-F4F8-4C93-A914-E36AF13662AA}"/>
          </ac:spMkLst>
        </pc:spChg>
      </pc:sldChg>
      <pc:sldChg chg="addSp modSp new">
        <pc:chgData name="Guest User" userId="fd98b2f48b61e251" providerId="Windows Live" clId="Web-{25AED6AB-8FAF-4E26-9FA0-9D391AD0B945}" dt="2018-03-29T16:34:51.174" v="1179"/>
        <pc:sldMkLst>
          <pc:docMk/>
          <pc:sldMk cId="3552992404" sldId="402"/>
        </pc:sldMkLst>
        <pc:spChg chg="mod">
          <ac:chgData name="Guest User" userId="fd98b2f48b61e251" providerId="Windows Live" clId="Web-{25AED6AB-8FAF-4E26-9FA0-9D391AD0B945}" dt="2018-03-29T16:34:51.174" v="1179"/>
          <ac:spMkLst>
            <pc:docMk/>
            <pc:sldMk cId="3552992404" sldId="402"/>
            <ac:spMk id="2" creationId="{9DD10608-4B19-4562-948A-7A8B18147495}"/>
          </ac:spMkLst>
        </pc:spChg>
        <pc:spChg chg="mod">
          <ac:chgData name="Guest User" userId="fd98b2f48b61e251" providerId="Windows Live" clId="Web-{25AED6AB-8FAF-4E26-9FA0-9D391AD0B945}" dt="2018-03-29T16:34:24.362" v="1168"/>
          <ac:spMkLst>
            <pc:docMk/>
            <pc:sldMk cId="3552992404" sldId="402"/>
            <ac:spMk id="3" creationId="{1F714294-3D92-4E97-9970-11105294FA72}"/>
          </ac:spMkLst>
        </pc:spChg>
        <pc:spChg chg="add mod">
          <ac:chgData name="Guest User" userId="fd98b2f48b61e251" providerId="Windows Live" clId="Web-{25AED6AB-8FAF-4E26-9FA0-9D391AD0B945}" dt="2018-03-29T16:34:39.299" v="1176"/>
          <ac:spMkLst>
            <pc:docMk/>
            <pc:sldMk cId="3552992404" sldId="402"/>
            <ac:spMk id="5" creationId="{A301676D-A9CF-4975-8950-E382114BAADA}"/>
          </ac:spMkLst>
        </pc:spChg>
      </pc:sldChg>
      <pc:sldChg chg="modSp new">
        <pc:chgData name="Guest User" userId="fd98b2f48b61e251" providerId="Windows Live" clId="Web-{25AED6AB-8FAF-4E26-9FA0-9D391AD0B945}" dt="2018-03-29T16:41:38.114" v="1295"/>
        <pc:sldMkLst>
          <pc:docMk/>
          <pc:sldMk cId="4027941693" sldId="403"/>
        </pc:sldMkLst>
        <pc:spChg chg="mod">
          <ac:chgData name="Guest User" userId="fd98b2f48b61e251" providerId="Windows Live" clId="Web-{25AED6AB-8FAF-4E26-9FA0-9D391AD0B945}" dt="2018-03-29T16:40:32.786" v="1201"/>
          <ac:spMkLst>
            <pc:docMk/>
            <pc:sldMk cId="4027941693" sldId="403"/>
            <ac:spMk id="2" creationId="{0D54657B-4FE8-4961-A6A5-7F1841382E5B}"/>
          </ac:spMkLst>
        </pc:spChg>
        <pc:spChg chg="mod">
          <ac:chgData name="Guest User" userId="fd98b2f48b61e251" providerId="Windows Live" clId="Web-{25AED6AB-8FAF-4E26-9FA0-9D391AD0B945}" dt="2018-03-29T16:41:38.114" v="1295"/>
          <ac:spMkLst>
            <pc:docMk/>
            <pc:sldMk cId="4027941693" sldId="403"/>
            <ac:spMk id="3" creationId="{550F7457-DCAE-4A06-91B5-7445B13A14EA}"/>
          </ac:spMkLst>
        </pc:spChg>
      </pc:sldChg>
      <pc:sldChg chg="modSp new">
        <pc:chgData name="Guest User" userId="fd98b2f48b61e251" providerId="Windows Live" clId="Web-{25AED6AB-8FAF-4E26-9FA0-9D391AD0B945}" dt="2018-03-29T16:47:40.443" v="1361"/>
        <pc:sldMkLst>
          <pc:docMk/>
          <pc:sldMk cId="3006257960" sldId="404"/>
        </pc:sldMkLst>
        <pc:spChg chg="mod">
          <ac:chgData name="Guest User" userId="fd98b2f48b61e251" providerId="Windows Live" clId="Web-{25AED6AB-8FAF-4E26-9FA0-9D391AD0B945}" dt="2018-03-29T16:41:56.364" v="1309"/>
          <ac:spMkLst>
            <pc:docMk/>
            <pc:sldMk cId="3006257960" sldId="404"/>
            <ac:spMk id="2" creationId="{7310C31A-DCC4-4E8E-BB8C-0F75C651E7D6}"/>
          </ac:spMkLst>
        </pc:spChg>
        <pc:spChg chg="mod">
          <ac:chgData name="Guest User" userId="fd98b2f48b61e251" providerId="Windows Live" clId="Web-{25AED6AB-8FAF-4E26-9FA0-9D391AD0B945}" dt="2018-03-29T16:47:40.443" v="1361"/>
          <ac:spMkLst>
            <pc:docMk/>
            <pc:sldMk cId="3006257960" sldId="404"/>
            <ac:spMk id="3" creationId="{B8D9A33F-EB94-4A74-A7E7-C0EDF2C53B70}"/>
          </ac:spMkLst>
        </pc:spChg>
      </pc:sldChg>
      <pc:sldChg chg="modSp new">
        <pc:chgData name="Guest User" userId="fd98b2f48b61e251" providerId="Windows Live" clId="Web-{25AED6AB-8FAF-4E26-9FA0-9D391AD0B945}" dt="2018-03-29T16:55:42.906" v="1385"/>
        <pc:sldMkLst>
          <pc:docMk/>
          <pc:sldMk cId="3195233200" sldId="405"/>
        </pc:sldMkLst>
        <pc:spChg chg="mod">
          <ac:chgData name="Guest User" userId="fd98b2f48b61e251" providerId="Windows Live" clId="Web-{25AED6AB-8FAF-4E26-9FA0-9D391AD0B945}" dt="2018-03-29T16:55:39.875" v="1380"/>
          <ac:spMkLst>
            <pc:docMk/>
            <pc:sldMk cId="3195233200" sldId="405"/>
            <ac:spMk id="2" creationId="{12E1A024-4306-4DAD-B1A6-9EFEA2172ED0}"/>
          </ac:spMkLst>
        </pc:spChg>
        <pc:spChg chg="mod">
          <ac:chgData name="Guest User" userId="fd98b2f48b61e251" providerId="Windows Live" clId="Web-{25AED6AB-8FAF-4E26-9FA0-9D391AD0B945}" dt="2018-03-29T16:55:42.906" v="1385"/>
          <ac:spMkLst>
            <pc:docMk/>
            <pc:sldMk cId="3195233200" sldId="405"/>
            <ac:spMk id="3" creationId="{A402DD87-5425-4E01-95CC-414742121A44}"/>
          </ac:spMkLst>
        </pc:spChg>
      </pc:sldChg>
    </pc:docChg>
  </pc:docChgLst>
  <pc:docChgLst>
    <pc:chgData name="Guest User" providerId="Windows Live" clId="Web-{E1CCB20F-CFE7-4B3E-9296-0F7F0F43A899}"/>
    <pc:docChg chg="addSld delSld modSld sldOrd">
      <pc:chgData name="Guest User" userId="" providerId="Windows Live" clId="Web-{E1CCB20F-CFE7-4B3E-9296-0F7F0F43A899}" dt="2018-03-09T14:51:59.864" v="399"/>
      <pc:docMkLst>
        <pc:docMk/>
      </pc:docMkLst>
    </pc:docChg>
  </pc:docChgLst>
  <pc:docChgLst>
    <pc:chgData name="Guest User" userId="fd98b2f48b61e251" providerId="Windows Live" clId="Web-{4D11386E-700E-419C-9D31-75AF6A39FF00}"/>
    <pc:docChg chg="addSld delSld modSld">
      <pc:chgData name="Guest User" userId="fd98b2f48b61e251" providerId="Windows Live" clId="Web-{4D11386E-700E-419C-9D31-75AF6A39FF00}" dt="2018-03-29T16:56:53.377" v="10"/>
      <pc:docMkLst>
        <pc:docMk/>
      </pc:docMkLst>
      <pc:sldChg chg="addSp modSp">
        <pc:chgData name="Guest User" userId="fd98b2f48b61e251" providerId="Windows Live" clId="Web-{4D11386E-700E-419C-9D31-75AF6A39FF00}" dt="2018-03-29T16:56:30.095" v="6"/>
        <pc:sldMkLst>
          <pc:docMk/>
          <pc:sldMk cId="3195233200" sldId="405"/>
        </pc:sldMkLst>
        <pc:spChg chg="mod">
          <ac:chgData name="Guest User" userId="fd98b2f48b61e251" providerId="Windows Live" clId="Web-{4D11386E-700E-419C-9D31-75AF6A39FF00}" dt="2018-03-29T16:56:30.095" v="6"/>
          <ac:spMkLst>
            <pc:docMk/>
            <pc:sldMk cId="3195233200" sldId="405"/>
            <ac:spMk id="2" creationId="{12E1A024-4306-4DAD-B1A6-9EFEA2172ED0}"/>
          </ac:spMkLst>
        </pc:spChg>
        <pc:picChg chg="add mod">
          <ac:chgData name="Guest User" userId="fd98b2f48b61e251" providerId="Windows Live" clId="Web-{4D11386E-700E-419C-9D31-75AF6A39FF00}" dt="2018-03-29T16:56:24.907" v="5"/>
          <ac:picMkLst>
            <pc:docMk/>
            <pc:sldMk cId="3195233200" sldId="405"/>
            <ac:picMk id="4" creationId="{BAB3ED35-D649-4BED-8AAB-CDE35D8B9D73}"/>
          </ac:picMkLst>
        </pc:picChg>
      </pc:sldChg>
      <pc:sldChg chg="modSp add replId">
        <pc:chgData name="Guest User" userId="fd98b2f48b61e251" providerId="Windows Live" clId="Web-{4D11386E-700E-419C-9D31-75AF6A39FF00}" dt="2018-03-29T16:56:53.377" v="10"/>
        <pc:sldMkLst>
          <pc:docMk/>
          <pc:sldMk cId="82441915" sldId="407"/>
        </pc:sldMkLst>
        <pc:picChg chg="mod">
          <ac:chgData name="Guest User" userId="fd98b2f48b61e251" providerId="Windows Live" clId="Web-{4D11386E-700E-419C-9D31-75AF6A39FF00}" dt="2018-03-29T16:56:53.377" v="10"/>
          <ac:picMkLst>
            <pc:docMk/>
            <pc:sldMk cId="82441915" sldId="407"/>
            <ac:picMk id="4" creationId="{BAB3ED35-D649-4BED-8AAB-CDE35D8B9D73}"/>
          </ac:picMkLst>
        </pc:picChg>
      </pc:sldChg>
    </pc:docChg>
  </pc:docChgLst>
  <pc:docChgLst>
    <pc:chgData name="Guest User" providerId="Windows Live" clId="Web-{EA93B97A-B949-48AD-9C04-89F3562E4AE9}"/>
    <pc:docChg chg="modSld">
      <pc:chgData name="Guest User" userId="" providerId="Windows Live" clId="Web-{EA93B97A-B949-48AD-9C04-89F3562E4AE9}" dt="2018-03-09T21:52:47.203" v="3"/>
      <pc:docMkLst>
        <pc:docMk/>
      </pc:docMkLst>
    </pc:docChg>
  </pc:docChgLst>
  <pc:docChgLst>
    <pc:chgData name="Guest User" providerId="Windows Live" clId="Web-{378AB8DD-AC6C-4A89-8B3E-FAF040AE3624}"/>
    <pc:docChg chg="addSld delSld">
      <pc:chgData name="Guest User" userId="" providerId="Windows Live" clId="Web-{378AB8DD-AC6C-4A89-8B3E-FAF040AE3624}" dt="2018-03-24T10:27:08.121" v="1"/>
      <pc:docMkLst>
        <pc:docMk/>
      </pc:docMkLst>
    </pc:docChg>
  </pc:docChgLst>
  <pc:docChgLst>
    <pc:chgData name="Daniel Moniry-Abyaneh" userId="609528b46dd255ef" providerId="Windows Live" clId="Web-{553772D0-60E4-4065-9DDA-980A13F83C74}"/>
    <pc:docChg chg="addSld modSld sldOrd">
      <pc:chgData name="Daniel Moniry-Abyaneh" userId="609528b46dd255ef" providerId="Windows Live" clId="Web-{553772D0-60E4-4065-9DDA-980A13F83C74}" dt="2018-03-07T14:00:05.791" v="84"/>
      <pc:docMkLst>
        <pc:docMk/>
      </pc:docMkLst>
    </pc:docChg>
  </pc:docChgLst>
  <pc:docChgLst>
    <pc:chgData name="Daniel Moniry-Abyaneh" userId="609528b46dd255ef" providerId="Windows Live" clId="Web-{1DDA9222-060E-40CA-A2E2-D8A4161C9923}"/>
    <pc:docChg chg="addSld modSection">
      <pc:chgData name="Daniel Moniry-Abyaneh" userId="609528b46dd255ef" providerId="Windows Live" clId="Web-{1DDA9222-060E-40CA-A2E2-D8A4161C9923}" dt="2018-03-04T16:01:02.775" v="0"/>
      <pc:docMkLst>
        <pc:docMk/>
      </pc:docMkLst>
    </pc:docChg>
  </pc:docChgLst>
  <pc:docChgLst>
    <pc:chgData name="Guest User" userId="fd98b2f48b61e251" providerId="Windows Live" clId="Web-{9E51B236-2F35-4136-B01B-650ABC9ED208}"/>
    <pc:docChg chg="addSld modSld">
      <pc:chgData name="Guest User" userId="fd98b2f48b61e251" providerId="Windows Live" clId="Web-{9E51B236-2F35-4136-B01B-650ABC9ED208}" dt="2018-03-30T15:05:36.154" v="60"/>
      <pc:docMkLst>
        <pc:docMk/>
      </pc:docMkLst>
      <pc:sldChg chg="modSp">
        <pc:chgData name="Guest User" userId="fd98b2f48b61e251" providerId="Windows Live" clId="Web-{9E51B236-2F35-4136-B01B-650ABC9ED208}" dt="2018-03-30T14:38:33.025" v="0"/>
        <pc:sldMkLst>
          <pc:docMk/>
          <pc:sldMk cId="1778163941" sldId="400"/>
        </pc:sldMkLst>
        <pc:spChg chg="mod">
          <ac:chgData name="Guest User" userId="fd98b2f48b61e251" providerId="Windows Live" clId="Web-{9E51B236-2F35-4136-B01B-650ABC9ED208}" dt="2018-03-30T14:38:33.025" v="0"/>
          <ac:spMkLst>
            <pc:docMk/>
            <pc:sldMk cId="1778163941" sldId="400"/>
            <ac:spMk id="3" creationId="{746D6768-0135-433F-B253-5AC8A9A741E7}"/>
          </ac:spMkLst>
        </pc:spChg>
      </pc:sldChg>
      <pc:sldChg chg="modSp">
        <pc:chgData name="Guest User" userId="fd98b2f48b61e251" providerId="Windows Live" clId="Web-{9E51B236-2F35-4136-B01B-650ABC9ED208}" dt="2018-03-30T14:39:17.791" v="3"/>
        <pc:sldMkLst>
          <pc:docMk/>
          <pc:sldMk cId="3552992404" sldId="402"/>
        </pc:sldMkLst>
        <pc:spChg chg="mod">
          <ac:chgData name="Guest User" userId="fd98b2f48b61e251" providerId="Windows Live" clId="Web-{9E51B236-2F35-4136-B01B-650ABC9ED208}" dt="2018-03-30T14:39:17.791" v="3"/>
          <ac:spMkLst>
            <pc:docMk/>
            <pc:sldMk cId="3552992404" sldId="402"/>
            <ac:spMk id="2" creationId="{9DD10608-4B19-4562-948A-7A8B18147495}"/>
          </ac:spMkLst>
        </pc:spChg>
      </pc:sldChg>
      <pc:sldChg chg="modSp new">
        <pc:chgData name="Guest User" userId="fd98b2f48b61e251" providerId="Windows Live" clId="Web-{9E51B236-2F35-4136-B01B-650ABC9ED208}" dt="2018-03-30T15:04:13.168" v="42"/>
        <pc:sldMkLst>
          <pc:docMk/>
          <pc:sldMk cId="3076212253" sldId="408"/>
        </pc:sldMkLst>
        <pc:spChg chg="mod">
          <ac:chgData name="Guest User" userId="fd98b2f48b61e251" providerId="Windows Live" clId="Web-{9E51B236-2F35-4136-B01B-650ABC9ED208}" dt="2018-03-30T15:00:40.836" v="36"/>
          <ac:spMkLst>
            <pc:docMk/>
            <pc:sldMk cId="3076212253" sldId="408"/>
            <ac:spMk id="2" creationId="{552D3FB4-9DF0-4D4A-A0FC-3B821160F504}"/>
          </ac:spMkLst>
        </pc:spChg>
        <pc:spChg chg="mod">
          <ac:chgData name="Guest User" userId="fd98b2f48b61e251" providerId="Windows Live" clId="Web-{9E51B236-2F35-4136-B01B-650ABC9ED208}" dt="2018-03-30T15:04:13.168" v="42"/>
          <ac:spMkLst>
            <pc:docMk/>
            <pc:sldMk cId="3076212253" sldId="408"/>
            <ac:spMk id="3" creationId="{117D7F44-CC13-4A0B-AC4B-A0A3601A0DEA}"/>
          </ac:spMkLst>
        </pc:spChg>
      </pc:sldChg>
      <pc:sldChg chg="modSp new">
        <pc:chgData name="Guest User" userId="fd98b2f48b61e251" providerId="Windows Live" clId="Web-{9E51B236-2F35-4136-B01B-650ABC9ED208}" dt="2018-03-30T15:05:34.982" v="58"/>
        <pc:sldMkLst>
          <pc:docMk/>
          <pc:sldMk cId="212291144" sldId="411"/>
        </pc:sldMkLst>
        <pc:spChg chg="mod">
          <ac:chgData name="Guest User" userId="fd98b2f48b61e251" providerId="Windows Live" clId="Web-{9E51B236-2F35-4136-B01B-650ABC9ED208}" dt="2018-03-30T15:05:34.982" v="58"/>
          <ac:spMkLst>
            <pc:docMk/>
            <pc:sldMk cId="212291144" sldId="411"/>
            <ac:spMk id="2" creationId="{0C2ED51B-9C5F-491F-ABB9-8438D6C1EFFF}"/>
          </ac:spMkLst>
        </pc:spChg>
      </pc:sldChg>
    </pc:docChg>
  </pc:docChgLst>
  <pc:docChgLst>
    <pc:chgData name="Guest User" providerId="Windows Live" clId="Web-{EA964A20-C12C-48F7-9DD3-45D1650BD763}"/>
    <pc:docChg chg="modSld">
      <pc:chgData name="Guest User" userId="" providerId="Windows Live" clId="Web-{EA964A20-C12C-48F7-9DD3-45D1650BD763}" dt="2018-03-09T10:56:15.727" v="11"/>
      <pc:docMkLst>
        <pc:docMk/>
      </pc:docMkLst>
    </pc:docChg>
  </pc:docChgLst>
  <pc:docChgLst>
    <pc:chgData name="Guest User" providerId="Windows Live" clId="Web-{CB34909A-B065-4BA5-82B7-B7C75EFA3B59}"/>
    <pc:docChg chg="addSld delSld modSld sldOrd">
      <pc:chgData name="Guest User" userId="" providerId="Windows Live" clId="Web-{CB34909A-B065-4BA5-82B7-B7C75EFA3B59}" dt="2018-03-09T17:50:29.184" v="3061"/>
      <pc:docMkLst>
        <pc:docMk/>
      </pc:docMkLst>
    </pc:docChg>
  </pc:docChgLst>
  <pc:docChgLst>
    <pc:chgData name="Guest User" userId="fd98b2f48b61e251" providerId="Windows Live" clId="Web-{726AEC0F-3791-4FE5-B943-3D64C11ECDE6}"/>
    <pc:docChg chg="addSld modSld sldOrd">
      <pc:chgData name="Guest User" userId="fd98b2f48b61e251" providerId="Windows Live" clId="Web-{726AEC0F-3791-4FE5-B943-3D64C11ECDE6}" dt="2018-03-30T16:28:51.515" v="1359"/>
      <pc:docMkLst>
        <pc:docMk/>
      </pc:docMkLst>
      <pc:sldChg chg="modSp">
        <pc:chgData name="Guest User" userId="fd98b2f48b61e251" providerId="Windows Live" clId="Web-{726AEC0F-3791-4FE5-B943-3D64C11ECDE6}" dt="2018-03-30T15:25:31.792" v="4"/>
        <pc:sldMkLst>
          <pc:docMk/>
          <pc:sldMk cId="3076212253" sldId="408"/>
        </pc:sldMkLst>
        <pc:spChg chg="mod">
          <ac:chgData name="Guest User" userId="fd98b2f48b61e251" providerId="Windows Live" clId="Web-{726AEC0F-3791-4FE5-B943-3D64C11ECDE6}" dt="2018-03-30T15:25:31.792" v="4"/>
          <ac:spMkLst>
            <pc:docMk/>
            <pc:sldMk cId="3076212253" sldId="408"/>
            <ac:spMk id="3" creationId="{117D7F44-CC13-4A0B-AC4B-A0A3601A0DEA}"/>
          </ac:spMkLst>
        </pc:spChg>
      </pc:sldChg>
      <pc:sldChg chg="modSp">
        <pc:chgData name="Guest User" userId="fd98b2f48b61e251" providerId="Windows Live" clId="Web-{726AEC0F-3791-4FE5-B943-3D64C11ECDE6}" dt="2018-03-30T15:53:27.898" v="222"/>
        <pc:sldMkLst>
          <pc:docMk/>
          <pc:sldMk cId="1113645329" sldId="410"/>
        </pc:sldMkLst>
        <pc:spChg chg="mod">
          <ac:chgData name="Guest User" userId="fd98b2f48b61e251" providerId="Windows Live" clId="Web-{726AEC0F-3791-4FE5-B943-3D64C11ECDE6}" dt="2018-03-30T15:53:27.898" v="222"/>
          <ac:spMkLst>
            <pc:docMk/>
            <pc:sldMk cId="1113645329" sldId="410"/>
            <ac:spMk id="3" creationId="{00000000-0000-0000-0000-000000000000}"/>
          </ac:spMkLst>
        </pc:spChg>
      </pc:sldChg>
      <pc:sldChg chg="modSp">
        <pc:chgData name="Guest User" userId="fd98b2f48b61e251" providerId="Windows Live" clId="Web-{726AEC0F-3791-4FE5-B943-3D64C11ECDE6}" dt="2018-03-30T15:27:59.109" v="117"/>
        <pc:sldMkLst>
          <pc:docMk/>
          <pc:sldMk cId="212291144" sldId="411"/>
        </pc:sldMkLst>
        <pc:spChg chg="mod">
          <ac:chgData name="Guest User" userId="fd98b2f48b61e251" providerId="Windows Live" clId="Web-{726AEC0F-3791-4FE5-B943-3D64C11ECDE6}" dt="2018-03-30T15:27:59.109" v="117"/>
          <ac:spMkLst>
            <pc:docMk/>
            <pc:sldMk cId="212291144" sldId="411"/>
            <ac:spMk id="3" creationId="{8C7B55C5-F32C-4991-869E-0FECB259CB01}"/>
          </ac:spMkLst>
        </pc:spChg>
      </pc:sldChg>
      <pc:sldChg chg="addSp delSp modSp new">
        <pc:chgData name="Guest User" userId="fd98b2f48b61e251" providerId="Windows Live" clId="Web-{726AEC0F-3791-4FE5-B943-3D64C11ECDE6}" dt="2018-03-30T15:30:56.785" v="135"/>
        <pc:sldMkLst>
          <pc:docMk/>
          <pc:sldMk cId="832713360" sldId="412"/>
        </pc:sldMkLst>
        <pc:spChg chg="mod">
          <ac:chgData name="Guest User" userId="fd98b2f48b61e251" providerId="Windows Live" clId="Web-{726AEC0F-3791-4FE5-B943-3D64C11ECDE6}" dt="2018-03-30T15:30:40.910" v="132"/>
          <ac:spMkLst>
            <pc:docMk/>
            <pc:sldMk cId="832713360" sldId="412"/>
            <ac:spMk id="2" creationId="{3CFE6E19-C338-46B9-8143-DF9E437A170E}"/>
          </ac:spMkLst>
        </pc:spChg>
        <pc:spChg chg="del">
          <ac:chgData name="Guest User" userId="fd98b2f48b61e251" providerId="Windows Live" clId="Web-{726AEC0F-3791-4FE5-B943-3D64C11ECDE6}" dt="2018-03-30T15:30:53.738" v="134"/>
          <ac:spMkLst>
            <pc:docMk/>
            <pc:sldMk cId="832713360" sldId="412"/>
            <ac:spMk id="3" creationId="{DD505AEC-71D9-4375-9A93-340311B821F3}"/>
          </ac:spMkLst>
        </pc:spChg>
        <pc:picChg chg="add mod ord">
          <ac:chgData name="Guest User" userId="fd98b2f48b61e251" providerId="Windows Live" clId="Web-{726AEC0F-3791-4FE5-B943-3D64C11ECDE6}" dt="2018-03-30T15:30:56.785" v="135"/>
          <ac:picMkLst>
            <pc:docMk/>
            <pc:sldMk cId="832713360" sldId="412"/>
            <ac:picMk id="4" creationId="{C66A0F25-3AC1-42D3-AB5A-79EBEEE7ED68}"/>
          </ac:picMkLst>
        </pc:picChg>
      </pc:sldChg>
      <pc:sldChg chg="modSp new">
        <pc:chgData name="Guest User" userId="fd98b2f48b61e251" providerId="Windows Live" clId="Web-{726AEC0F-3791-4FE5-B943-3D64C11ECDE6}" dt="2018-03-30T15:45:36.277" v="198"/>
        <pc:sldMkLst>
          <pc:docMk/>
          <pc:sldMk cId="832204784" sldId="413"/>
        </pc:sldMkLst>
        <pc:spChg chg="mod">
          <ac:chgData name="Guest User" userId="fd98b2f48b61e251" providerId="Windows Live" clId="Web-{726AEC0F-3791-4FE5-B943-3D64C11ECDE6}" dt="2018-03-30T15:39:59.815" v="151"/>
          <ac:spMkLst>
            <pc:docMk/>
            <pc:sldMk cId="832204784" sldId="413"/>
            <ac:spMk id="2" creationId="{9D06F284-66AE-47B9-B197-DA1D8F2B0C5F}"/>
          </ac:spMkLst>
        </pc:spChg>
        <pc:spChg chg="mod">
          <ac:chgData name="Guest User" userId="fd98b2f48b61e251" providerId="Windows Live" clId="Web-{726AEC0F-3791-4FE5-B943-3D64C11ECDE6}" dt="2018-03-30T15:45:36.277" v="198"/>
          <ac:spMkLst>
            <pc:docMk/>
            <pc:sldMk cId="832204784" sldId="413"/>
            <ac:spMk id="3" creationId="{B11557A0-1249-4779-90B0-9C2A32E3B4A0}"/>
          </ac:spMkLst>
        </pc:spChg>
      </pc:sldChg>
      <pc:sldChg chg="addSp delSp modSp new">
        <pc:chgData name="Guest User" userId="fd98b2f48b61e251" providerId="Windows Live" clId="Web-{726AEC0F-3791-4FE5-B943-3D64C11ECDE6}" dt="2018-03-30T15:49:16.892" v="219"/>
        <pc:sldMkLst>
          <pc:docMk/>
          <pc:sldMk cId="527933551" sldId="414"/>
        </pc:sldMkLst>
        <pc:spChg chg="mod">
          <ac:chgData name="Guest User" userId="fd98b2f48b61e251" providerId="Windows Live" clId="Web-{726AEC0F-3791-4FE5-B943-3D64C11ECDE6}" dt="2018-03-30T15:47:48.733" v="209"/>
          <ac:spMkLst>
            <pc:docMk/>
            <pc:sldMk cId="527933551" sldId="414"/>
            <ac:spMk id="2" creationId="{3424712D-35E8-455E-BE43-E79A4DCCFA6D}"/>
          </ac:spMkLst>
        </pc:spChg>
        <pc:spChg chg="del">
          <ac:chgData name="Guest User" userId="fd98b2f48b61e251" providerId="Windows Live" clId="Web-{726AEC0F-3791-4FE5-B943-3D64C11ECDE6}" dt="2018-03-30T15:48:00.515" v="212"/>
          <ac:spMkLst>
            <pc:docMk/>
            <pc:sldMk cId="527933551" sldId="414"/>
            <ac:spMk id="3" creationId="{0BDC8882-83E1-422E-A5EC-ADD3336DD252}"/>
          </ac:spMkLst>
        </pc:spChg>
        <pc:spChg chg="add del mod">
          <ac:chgData name="Guest User" userId="fd98b2f48b61e251" providerId="Windows Live" clId="Web-{726AEC0F-3791-4FE5-B943-3D64C11ECDE6}" dt="2018-03-30T15:49:05.032" v="216"/>
          <ac:spMkLst>
            <pc:docMk/>
            <pc:sldMk cId="527933551" sldId="414"/>
            <ac:spMk id="7" creationId="{2CD6FDDB-9B96-4319-A0F3-33BCA2790C4A}"/>
          </ac:spMkLst>
        </pc:spChg>
        <pc:picChg chg="add del mod ord">
          <ac:chgData name="Guest User" userId="fd98b2f48b61e251" providerId="Windows Live" clId="Web-{726AEC0F-3791-4FE5-B943-3D64C11ECDE6}" dt="2018-03-30T15:48:54.095" v="215"/>
          <ac:picMkLst>
            <pc:docMk/>
            <pc:sldMk cId="527933551" sldId="414"/>
            <ac:picMk id="4" creationId="{BCC2E732-62AF-4809-A1AC-8405E42DEEDD}"/>
          </ac:picMkLst>
        </pc:picChg>
        <pc:picChg chg="add mod ord">
          <ac:chgData name="Guest User" userId="fd98b2f48b61e251" providerId="Windows Live" clId="Web-{726AEC0F-3791-4FE5-B943-3D64C11ECDE6}" dt="2018-03-30T15:49:16.892" v="219"/>
          <ac:picMkLst>
            <pc:docMk/>
            <pc:sldMk cId="527933551" sldId="414"/>
            <ac:picMk id="8" creationId="{B0023818-2231-451C-AD25-DA9BCACC471E}"/>
          </ac:picMkLst>
        </pc:picChg>
      </pc:sldChg>
      <pc:sldChg chg="modSp new">
        <pc:chgData name="Guest User" userId="fd98b2f48b61e251" providerId="Windows Live" clId="Web-{726AEC0F-3791-4FE5-B943-3D64C11ECDE6}" dt="2018-03-30T15:54:31.806" v="250"/>
        <pc:sldMkLst>
          <pc:docMk/>
          <pc:sldMk cId="4132066269" sldId="415"/>
        </pc:sldMkLst>
        <pc:spChg chg="mod">
          <ac:chgData name="Guest User" userId="fd98b2f48b61e251" providerId="Windows Live" clId="Web-{726AEC0F-3791-4FE5-B943-3D64C11ECDE6}" dt="2018-03-30T15:54:29.556" v="247"/>
          <ac:spMkLst>
            <pc:docMk/>
            <pc:sldMk cId="4132066269" sldId="415"/>
            <ac:spMk id="2" creationId="{9F76B67F-304C-4C81-835F-44E1011502AA}"/>
          </ac:spMkLst>
        </pc:spChg>
        <pc:spChg chg="mod">
          <ac:chgData name="Guest User" userId="fd98b2f48b61e251" providerId="Windows Live" clId="Web-{726AEC0F-3791-4FE5-B943-3D64C11ECDE6}" dt="2018-03-30T15:54:31.806" v="250"/>
          <ac:spMkLst>
            <pc:docMk/>
            <pc:sldMk cId="4132066269" sldId="415"/>
            <ac:spMk id="3" creationId="{1E2B5CD2-D490-4E9D-81D7-20D8481A306A}"/>
          </ac:spMkLst>
        </pc:spChg>
      </pc:sldChg>
      <pc:sldChg chg="addSp delSp modSp new">
        <pc:chgData name="Guest User" userId="fd98b2f48b61e251" providerId="Windows Live" clId="Web-{726AEC0F-3791-4FE5-B943-3D64C11ECDE6}" dt="2018-03-30T15:57:08.201" v="264"/>
        <pc:sldMkLst>
          <pc:docMk/>
          <pc:sldMk cId="227208308" sldId="416"/>
        </pc:sldMkLst>
        <pc:spChg chg="mod">
          <ac:chgData name="Guest User" userId="fd98b2f48b61e251" providerId="Windows Live" clId="Web-{726AEC0F-3791-4FE5-B943-3D64C11ECDE6}" dt="2018-03-30T15:57:02.763" v="258"/>
          <ac:spMkLst>
            <pc:docMk/>
            <pc:sldMk cId="227208308" sldId="416"/>
            <ac:spMk id="2" creationId="{AC08378A-BE1D-434B-BD73-B903817DA357}"/>
          </ac:spMkLst>
        </pc:spChg>
        <pc:spChg chg="del">
          <ac:chgData name="Guest User" userId="fd98b2f48b61e251" providerId="Windows Live" clId="Web-{726AEC0F-3791-4FE5-B943-3D64C11ECDE6}" dt="2018-03-30T15:57:03.795" v="262"/>
          <ac:spMkLst>
            <pc:docMk/>
            <pc:sldMk cId="227208308" sldId="416"/>
            <ac:spMk id="3" creationId="{E73A3174-A266-4D47-BF16-CF551592BE34}"/>
          </ac:spMkLst>
        </pc:spChg>
        <pc:picChg chg="add mod ord">
          <ac:chgData name="Guest User" userId="fd98b2f48b61e251" providerId="Windows Live" clId="Web-{726AEC0F-3791-4FE5-B943-3D64C11ECDE6}" dt="2018-03-30T15:57:08.201" v="264"/>
          <ac:picMkLst>
            <pc:docMk/>
            <pc:sldMk cId="227208308" sldId="416"/>
            <ac:picMk id="4" creationId="{9FFDBC37-77C9-4707-8A48-5B2D440A02D9}"/>
          </ac:picMkLst>
        </pc:picChg>
      </pc:sldChg>
      <pc:sldChg chg="modSp new ord">
        <pc:chgData name="Guest User" userId="fd98b2f48b61e251" providerId="Windows Live" clId="Web-{726AEC0F-3791-4FE5-B943-3D64C11ECDE6}" dt="2018-03-30T15:57:42.889" v="304"/>
        <pc:sldMkLst>
          <pc:docMk/>
          <pc:sldMk cId="1256848242" sldId="417"/>
        </pc:sldMkLst>
        <pc:spChg chg="mod">
          <ac:chgData name="Guest User" userId="fd98b2f48b61e251" providerId="Windows Live" clId="Web-{726AEC0F-3791-4FE5-B943-3D64C11ECDE6}" dt="2018-03-30T15:57:41.655" v="301"/>
          <ac:spMkLst>
            <pc:docMk/>
            <pc:sldMk cId="1256848242" sldId="417"/>
            <ac:spMk id="2" creationId="{E5490B18-5E1D-42F5-8447-431BE9A27EE2}"/>
          </ac:spMkLst>
        </pc:spChg>
        <pc:spChg chg="mod">
          <ac:chgData name="Guest User" userId="fd98b2f48b61e251" providerId="Windows Live" clId="Web-{726AEC0F-3791-4FE5-B943-3D64C11ECDE6}" dt="2018-03-30T15:57:42.889" v="304"/>
          <ac:spMkLst>
            <pc:docMk/>
            <pc:sldMk cId="1256848242" sldId="417"/>
            <ac:spMk id="3" creationId="{616E4DE5-29A3-4F94-BDA2-F080BDB7EBFD}"/>
          </ac:spMkLst>
        </pc:spChg>
      </pc:sldChg>
      <pc:sldChg chg="modSp new">
        <pc:chgData name="Guest User" userId="fd98b2f48b61e251" providerId="Windows Live" clId="Web-{726AEC0F-3791-4FE5-B943-3D64C11ECDE6}" dt="2018-03-30T16:02:57.429" v="899"/>
        <pc:sldMkLst>
          <pc:docMk/>
          <pc:sldMk cId="1253608524" sldId="418"/>
        </pc:sldMkLst>
        <pc:spChg chg="mod">
          <ac:chgData name="Guest User" userId="fd98b2f48b61e251" providerId="Windows Live" clId="Web-{726AEC0F-3791-4FE5-B943-3D64C11ECDE6}" dt="2018-03-30T15:58:03.312" v="312"/>
          <ac:spMkLst>
            <pc:docMk/>
            <pc:sldMk cId="1253608524" sldId="418"/>
            <ac:spMk id="2" creationId="{D02921A8-579E-46D4-8AD9-B29261A248F1}"/>
          </ac:spMkLst>
        </pc:spChg>
        <pc:spChg chg="mod">
          <ac:chgData name="Guest User" userId="fd98b2f48b61e251" providerId="Windows Live" clId="Web-{726AEC0F-3791-4FE5-B943-3D64C11ECDE6}" dt="2018-03-30T16:02:57.429" v="899"/>
          <ac:spMkLst>
            <pc:docMk/>
            <pc:sldMk cId="1253608524" sldId="418"/>
            <ac:spMk id="3" creationId="{895DFA71-157E-4511-9E14-A5BD7ED09625}"/>
          </ac:spMkLst>
        </pc:spChg>
      </pc:sldChg>
      <pc:sldChg chg="modSp new">
        <pc:chgData name="Guest User" userId="fd98b2f48b61e251" providerId="Windows Live" clId="Web-{726AEC0F-3791-4FE5-B943-3D64C11ECDE6}" dt="2018-03-30T16:28:51.515" v="1358"/>
        <pc:sldMkLst>
          <pc:docMk/>
          <pc:sldMk cId="512816407" sldId="419"/>
        </pc:sldMkLst>
        <pc:spChg chg="mod">
          <ac:chgData name="Guest User" userId="fd98b2f48b61e251" providerId="Windows Live" clId="Web-{726AEC0F-3791-4FE5-B943-3D64C11ECDE6}" dt="2018-03-30T16:09:53.896" v="950"/>
          <ac:spMkLst>
            <pc:docMk/>
            <pc:sldMk cId="512816407" sldId="419"/>
            <ac:spMk id="2" creationId="{B4CDB47A-2387-47D2-B283-C5B67545F12D}"/>
          </ac:spMkLst>
        </pc:spChg>
        <pc:spChg chg="mod">
          <ac:chgData name="Guest User" userId="fd98b2f48b61e251" providerId="Windows Live" clId="Web-{726AEC0F-3791-4FE5-B943-3D64C11ECDE6}" dt="2018-03-30T16:28:51.515" v="1358"/>
          <ac:spMkLst>
            <pc:docMk/>
            <pc:sldMk cId="512816407" sldId="419"/>
            <ac:spMk id="3" creationId="{A86E0C7D-3263-426B-98CE-2CA9429FAFB8}"/>
          </ac:spMkLst>
        </pc:spChg>
      </pc:sldChg>
    </pc:docChg>
  </pc:docChgLst>
  <pc:docChgLst>
    <pc:chgData name="Guest User" providerId="Windows Live" clId="Web-{97BB0C5F-34C8-4604-861A-E2FDD8AAF349}"/>
    <pc:docChg chg="addSld delSld modSld sldOrd">
      <pc:chgData name="Guest User" userId="" providerId="Windows Live" clId="Web-{97BB0C5F-34C8-4604-861A-E2FDD8AAF349}" dt="2018-03-06T18:52:35.112" v="322"/>
      <pc:docMkLst>
        <pc:docMk/>
      </pc:docMkLst>
    </pc:docChg>
  </pc:docChgLst>
  <pc:docChgLst>
    <pc:chgData name="Daniel Moniry-Abyaneh" userId="609528b46dd255ef" providerId="Windows Live" clId="Web-{5FCA9E90-9867-4B94-A6D5-4C4E0479EEB3}"/>
    <pc:docChg chg="modSld">
      <pc:chgData name="Daniel Moniry-Abyaneh" userId="609528b46dd255ef" providerId="Windows Live" clId="Web-{5FCA9E90-9867-4B94-A6D5-4C4E0479EEB3}" dt="2018-03-04T16:28:23.376" v="201"/>
      <pc:docMkLst>
        <pc:docMk/>
      </pc:docMkLst>
      <pc:sldChg chg="modSp">
        <pc:chgData name="Daniel Moniry-Abyaneh" userId="609528b46dd255ef" providerId="Windows Live" clId="Web-{5FCA9E90-9867-4B94-A6D5-4C4E0479EEB3}" dt="2018-03-04T16:27:12.439" v="184"/>
        <pc:sldMkLst>
          <pc:docMk/>
          <pc:sldMk cId="2499791184" sldId="256"/>
        </pc:sldMkLst>
        <pc:spChg chg="mod">
          <ac:chgData name="Daniel Moniry-Abyaneh" userId="609528b46dd255ef" providerId="Windows Live" clId="Web-{5FCA9E90-9867-4B94-A6D5-4C4E0479EEB3}" dt="2018-03-04T16:26:38.720" v="136"/>
          <ac:spMkLst>
            <pc:docMk/>
            <pc:sldMk cId="2499791184" sldId="256"/>
            <ac:spMk id="2" creationId="{00000000-0000-0000-0000-000000000000}"/>
          </ac:spMkLst>
        </pc:spChg>
        <pc:spChg chg="mod">
          <ac:chgData name="Daniel Moniry-Abyaneh" userId="609528b46dd255ef" providerId="Windows Live" clId="Web-{5FCA9E90-9867-4B94-A6D5-4C4E0479EEB3}" dt="2018-03-04T16:27:12.439" v="184"/>
          <ac:spMkLst>
            <pc:docMk/>
            <pc:sldMk cId="2499791184" sldId="256"/>
            <ac:spMk id="3" creationId="{00000000-0000-0000-0000-000000000000}"/>
          </ac:spMkLst>
        </pc:spChg>
      </pc:sldChg>
    </pc:docChg>
  </pc:docChgLst>
  <pc:docChgLst>
    <pc:chgData name="Guest User" providerId="Windows Live" clId="Web-{AB264519-6686-48B9-A5F2-6D5958065C9C}"/>
    <pc:docChg chg="modSld">
      <pc:chgData name="Guest User" userId="" providerId="Windows Live" clId="Web-{AB264519-6686-48B9-A5F2-6D5958065C9C}" dt="2018-03-24T09:54:06.511" v="9"/>
      <pc:docMkLst>
        <pc:docMk/>
      </pc:docMkLst>
    </pc:docChg>
  </pc:docChgLst>
  <pc:docChgLst>
    <pc:chgData name="Guest User" providerId="Windows Live" clId="Web-{0D5D21D6-722E-433A-A348-C07713DB878B}"/>
    <pc:docChg chg="addSld modSld sldOrd">
      <pc:chgData name="Guest User" userId="" providerId="Windows Live" clId="Web-{0D5D21D6-722E-433A-A348-C07713DB878B}" dt="2018-03-16T19:29:43.191" v="668"/>
      <pc:docMkLst>
        <pc:docMk/>
      </pc:docMkLst>
    </pc:docChg>
  </pc:docChgLst>
  <pc:docChgLst>
    <pc:chgData name="Ciubotariu Florin-Constantin" userId="1a9f14f2b927e270" providerId="Windows Live" clId="Web-{954E9D87-28D1-473A-B20A-A876FFF8A80F}"/>
    <pc:docChg chg="addSld modSld">
      <pc:chgData name="Ciubotariu Florin-Constantin" userId="1a9f14f2b927e270" providerId="Windows Live" clId="Web-{954E9D87-28D1-473A-B20A-A876FFF8A80F}" dt="2018-03-30T21:05:32.347" v="155"/>
      <pc:docMkLst>
        <pc:docMk/>
      </pc:docMkLst>
      <pc:sldChg chg="modSp new">
        <pc:chgData name="Ciubotariu Florin-Constantin" userId="1a9f14f2b927e270" providerId="Windows Live" clId="Web-{954E9D87-28D1-473A-B20A-A876FFF8A80F}" dt="2018-03-30T21:01:28.561" v="39"/>
        <pc:sldMkLst>
          <pc:docMk/>
          <pc:sldMk cId="2845133442" sldId="420"/>
        </pc:sldMkLst>
        <pc:spChg chg="mod">
          <ac:chgData name="Ciubotariu Florin-Constantin" userId="1a9f14f2b927e270" providerId="Windows Live" clId="Web-{954E9D87-28D1-473A-B20A-A876FFF8A80F}" dt="2018-03-30T21:01:28.561" v="39"/>
          <ac:spMkLst>
            <pc:docMk/>
            <pc:sldMk cId="2845133442" sldId="420"/>
            <ac:spMk id="2" creationId="{D59E2F89-5BBE-4CD4-8C79-756F83933CD2}"/>
          </ac:spMkLst>
        </pc:spChg>
        <pc:spChg chg="mod">
          <ac:chgData name="Ciubotariu Florin-Constantin" userId="1a9f14f2b927e270" providerId="Windows Live" clId="Web-{954E9D87-28D1-473A-B20A-A876FFF8A80F}" dt="2018-03-30T21:01:25.592" v="33"/>
          <ac:spMkLst>
            <pc:docMk/>
            <pc:sldMk cId="2845133442" sldId="420"/>
            <ac:spMk id="3" creationId="{F18147EF-8924-4C00-BA63-F2462881C3DA}"/>
          </ac:spMkLst>
        </pc:spChg>
      </pc:sldChg>
      <pc:sldChg chg="modSp new">
        <pc:chgData name="Ciubotariu Florin-Constantin" userId="1a9f14f2b927e270" providerId="Windows Live" clId="Web-{954E9D87-28D1-473A-B20A-A876FFF8A80F}" dt="2018-03-30T21:01:53.999" v="55"/>
        <pc:sldMkLst>
          <pc:docMk/>
          <pc:sldMk cId="4273989101" sldId="421"/>
        </pc:sldMkLst>
        <pc:spChg chg="mod">
          <ac:chgData name="Ciubotariu Florin-Constantin" userId="1a9f14f2b927e270" providerId="Windows Live" clId="Web-{954E9D87-28D1-473A-B20A-A876FFF8A80F}" dt="2018-03-30T21:01:52.780" v="51"/>
          <ac:spMkLst>
            <pc:docMk/>
            <pc:sldMk cId="4273989101" sldId="421"/>
            <ac:spMk id="2" creationId="{3FCAD992-833B-4734-A8B7-EBBA5EE28AD5}"/>
          </ac:spMkLst>
        </pc:spChg>
        <pc:spChg chg="mod">
          <ac:chgData name="Ciubotariu Florin-Constantin" userId="1a9f14f2b927e270" providerId="Windows Live" clId="Web-{954E9D87-28D1-473A-B20A-A876FFF8A80F}" dt="2018-03-30T21:01:53.999" v="55"/>
          <ac:spMkLst>
            <pc:docMk/>
            <pc:sldMk cId="4273989101" sldId="421"/>
            <ac:spMk id="3" creationId="{24763FDE-98B7-4790-97BB-B589D8C45BE1}"/>
          </ac:spMkLst>
        </pc:spChg>
      </pc:sldChg>
      <pc:sldChg chg="modSp new">
        <pc:chgData name="Ciubotariu Florin-Constantin" userId="1a9f14f2b927e270" providerId="Windows Live" clId="Web-{954E9D87-28D1-473A-B20A-A876FFF8A80F}" dt="2018-03-30T21:05:32.347" v="154"/>
        <pc:sldMkLst>
          <pc:docMk/>
          <pc:sldMk cId="3908700609" sldId="422"/>
        </pc:sldMkLst>
        <pc:spChg chg="mod">
          <ac:chgData name="Ciubotariu Florin-Constantin" userId="1a9f14f2b927e270" providerId="Windows Live" clId="Web-{954E9D87-28D1-473A-B20A-A876FFF8A80F}" dt="2018-03-30T21:03:55.112" v="66"/>
          <ac:spMkLst>
            <pc:docMk/>
            <pc:sldMk cId="3908700609" sldId="422"/>
            <ac:spMk id="2" creationId="{78F6DC44-CE84-42DF-96B2-8BCE42537391}"/>
          </ac:spMkLst>
        </pc:spChg>
        <pc:spChg chg="mod">
          <ac:chgData name="Ciubotariu Florin-Constantin" userId="1a9f14f2b927e270" providerId="Windows Live" clId="Web-{954E9D87-28D1-473A-B20A-A876FFF8A80F}" dt="2018-03-30T21:05:32.347" v="154"/>
          <ac:spMkLst>
            <pc:docMk/>
            <pc:sldMk cId="3908700609" sldId="422"/>
            <ac:spMk id="3" creationId="{9A46AE05-BA26-4FE3-ABA2-36079D65DA8F}"/>
          </ac:spMkLst>
        </pc:spChg>
      </pc:sldChg>
    </pc:docChg>
  </pc:docChgLst>
  <pc:docChgLst>
    <pc:chgData name="Guest User" providerId="Windows Live" clId="Web-{FA06E734-0EEE-4CBC-8B17-AC5A9CC4A0FE}"/>
    <pc:docChg chg="modSld">
      <pc:chgData name="Guest User" userId="" providerId="Windows Live" clId="Web-{FA06E734-0EEE-4CBC-8B17-AC5A9CC4A0FE}" dt="2018-03-24T08:03:42.295" v="4"/>
      <pc:docMkLst>
        <pc:docMk/>
      </pc:docMkLst>
    </pc:docChg>
  </pc:docChgLst>
  <pc:docChgLst>
    <pc:chgData name="Guest User" providerId="Windows Live" clId="Web-{DA163268-4FE5-4F75-8614-45C7D61D423D}"/>
    <pc:docChg chg="addSld modSld sldOrd">
      <pc:chgData name="Guest User" userId="" providerId="Windows Live" clId="Web-{DA163268-4FE5-4F75-8614-45C7D61D423D}" dt="2018-03-09T18:37:38.200" v="709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ACFA4-361F-4CE1-8E31-D2599FC815E7}" type="datetimeFigureOut">
              <a:rPr lang="en-US" smtClean="0"/>
              <a:t>3/31/2018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834B-C137-4C7F-815C-5C69FAF03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  <p:sldLayoutId id="2147484778" r:id="rId16"/>
    <p:sldLayoutId id="2147484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31.03.2018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81" r:id="rId1"/>
    <p:sldLayoutId id="2147484782" r:id="rId2"/>
    <p:sldLayoutId id="2147484783" r:id="rId3"/>
    <p:sldLayoutId id="2147484784" r:id="rId4"/>
    <p:sldLayoutId id="2147484785" r:id="rId5"/>
    <p:sldLayoutId id="2147484786" r:id="rId6"/>
    <p:sldLayoutId id="2147484787" r:id="rId7"/>
    <p:sldLayoutId id="2147484788" r:id="rId8"/>
    <p:sldLayoutId id="2147484789" r:id="rId9"/>
    <p:sldLayoutId id="2147484790" r:id="rId10"/>
    <p:sldLayoutId id="2147484791" r:id="rId11"/>
    <p:sldLayoutId id="2147484792" r:id="rId12"/>
    <p:sldLayoutId id="2147484793" r:id="rId13"/>
    <p:sldLayoutId id="2147484794" r:id="rId14"/>
    <p:sldLayoutId id="2147484795" r:id="rId15"/>
    <p:sldLayoutId id="2147484796" r:id="rId16"/>
    <p:sldLayoutId id="2147484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/>
              <a:t>ASP.NET Core,</a:t>
            </a:r>
            <a:r>
              <a:rPr lang="en-US" dirty="0">
                <a:latin typeface="+mj-ea"/>
                <a:cs typeface="+mj-ea"/>
              </a:rPr>
              <a:t/>
            </a:r>
            <a:br>
              <a:rPr lang="en-US" dirty="0">
                <a:latin typeface="+mj-ea"/>
                <a:cs typeface="+mj-ea"/>
              </a:rPr>
            </a:br>
            <a:r>
              <a:rPr lang="ro-RO" err="1"/>
              <a:t>PEEk</a:t>
            </a:r>
            <a:r>
              <a:rPr lang="ro-RO"/>
              <a:t> </a:t>
            </a:r>
            <a:r>
              <a:rPr lang="ro-RO" err="1"/>
              <a:t>into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</a:t>
            </a:r>
            <a:r>
              <a:rPr lang="ro-RO" err="1"/>
              <a:t>future</a:t>
            </a:r>
            <a:r>
              <a:rPr lang="ro-RO"/>
              <a:t> 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err="1"/>
              <a:t>By</a:t>
            </a:r>
            <a:r>
              <a:rPr lang="ro-RO"/>
              <a:t> Expert </a:t>
            </a:r>
            <a:r>
              <a:rPr lang="ro-RO" err="1"/>
              <a:t>Network</a:t>
            </a:r>
          </a:p>
          <a:p>
            <a:r>
              <a:rPr lang="ro-RO"/>
              <a:t>@FII Practic</a:t>
            </a: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Guest(S)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70081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was that homework?</a:t>
            </a:r>
          </a:p>
        </p:txBody>
      </p:sp>
    </p:spTree>
    <p:extLst>
      <p:ext uri="{BB962C8B-B14F-4D97-AF65-F5344CB8AC3E}">
        <p14:creationId xmlns:p14="http://schemas.microsoft.com/office/powerpoint/2010/main" val="106518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recap</a:t>
            </a:r>
          </a:p>
        </p:txBody>
      </p:sp>
    </p:spTree>
    <p:extLst>
      <p:ext uri="{BB962C8B-B14F-4D97-AF65-F5344CB8AC3E}">
        <p14:creationId xmlns:p14="http://schemas.microsoft.com/office/powerpoint/2010/main" val="278869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N-Layer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872594"/>
            <a:ext cx="4726964" cy="36147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0"/>
          <a:stretch/>
        </p:blipFill>
        <p:spPr>
          <a:xfrm>
            <a:off x="5531991" y="872595"/>
            <a:ext cx="6174905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8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Database using existing classes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888331"/>
            <a:ext cx="47910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553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repository does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– Create (insert into a table)</a:t>
            </a:r>
          </a:p>
          <a:p>
            <a:r>
              <a:rPr lang="en-US" dirty="0"/>
              <a:t>R – Read (select data from a table)</a:t>
            </a:r>
          </a:p>
          <a:p>
            <a:r>
              <a:rPr lang="en-US" dirty="0"/>
              <a:t>U – Update (update rows in a table)</a:t>
            </a:r>
          </a:p>
          <a:p>
            <a:r>
              <a:rPr lang="en-US" dirty="0"/>
              <a:t>D – Delete (delete data from a table)</a:t>
            </a:r>
          </a:p>
        </p:txBody>
      </p:sp>
    </p:spTree>
    <p:extLst>
      <p:ext uri="{BB962C8B-B14F-4D97-AF65-F5344CB8AC3E}">
        <p14:creationId xmlns:p14="http://schemas.microsoft.com/office/powerpoint/2010/main" val="99319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What those letters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IOC – Inversion of control </a:t>
            </a:r>
          </a:p>
          <a:p>
            <a:pPr lvl="1"/>
            <a:r>
              <a:rPr lang="ro-RO" dirty="0"/>
              <a:t>D</a:t>
            </a:r>
            <a:r>
              <a:rPr lang="en-US" dirty="0" err="1"/>
              <a:t>esign</a:t>
            </a:r>
            <a:r>
              <a:rPr lang="en-US" dirty="0"/>
              <a:t> principle in which custom-written portions of a computer program receive the flow of control from a generic framework</a:t>
            </a:r>
            <a:endParaRPr lang="ro-RO" dirty="0"/>
          </a:p>
          <a:p>
            <a:r>
              <a:rPr lang="ro-RO" dirty="0"/>
              <a:t>DI – Dependency Injection</a:t>
            </a:r>
          </a:p>
          <a:p>
            <a:pPr lvl="1"/>
            <a:r>
              <a:rPr lang="ro-RO" dirty="0"/>
              <a:t>T</a:t>
            </a:r>
            <a:r>
              <a:rPr lang="en-US" dirty="0" err="1"/>
              <a:t>echnique</a:t>
            </a:r>
            <a:r>
              <a:rPr lang="en-US" dirty="0"/>
              <a:t> whereby one object (or static method) supplies the dependencies of another object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2073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 Lifestyles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r>
              <a:rPr lang="ro-RO"/>
              <a:t>Transient</a:t>
            </a:r>
            <a:endParaRPr lang="en-US"/>
          </a:p>
          <a:p>
            <a:r>
              <a:rPr lang="ro-RO"/>
              <a:t>Singleton</a:t>
            </a:r>
            <a:endParaRPr lang="en-US"/>
          </a:p>
          <a:p>
            <a:r>
              <a:rPr lang="ro-RO"/>
              <a:t>Instance (not really a lifestyle)</a:t>
            </a:r>
            <a:endParaRPr lang="ro-RO" dirty="0"/>
          </a:p>
          <a:p>
            <a:r>
              <a:rPr lang="ro-RO"/>
              <a:t>Scoped</a:t>
            </a:r>
            <a:r>
              <a:rPr lang="en-US"/>
              <a:t> (we will talk more about this when we use a web app)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4553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Dependency injection talk and example</a:t>
            </a:r>
          </a:p>
        </p:txBody>
      </p:sp>
    </p:spTree>
    <p:extLst>
      <p:ext uri="{BB962C8B-B14F-4D97-AF65-F5344CB8AC3E}">
        <p14:creationId xmlns:p14="http://schemas.microsoft.com/office/powerpoint/2010/main" val="230401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Service Layer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8546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Let’s create a Service LAyer</a:t>
            </a:r>
            <a:endParaRPr lang="ro-RO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725" y="907256"/>
            <a:ext cx="9258487" cy="36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91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BookService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Create a BookService with the following method:</a:t>
            </a:r>
          </a:p>
          <a:p>
            <a:pPr lvl="1"/>
            <a:r>
              <a:rPr lang="ro-RO" dirty="0" smtClean="0"/>
              <a:t>GetBooksByReviewScore</a:t>
            </a:r>
          </a:p>
          <a:p>
            <a:r>
              <a:rPr lang="ro-RO" dirty="0" smtClean="0"/>
              <a:t>Extract an interface</a:t>
            </a:r>
          </a:p>
          <a:p>
            <a:r>
              <a:rPr lang="ro-RO" dirty="0" smtClean="0"/>
              <a:t>Register the service and interface to the injector</a:t>
            </a:r>
          </a:p>
          <a:p>
            <a:r>
              <a:rPr lang="ro-RO" smtClean="0"/>
              <a:t>Try to display it in the UIConsole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7272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ASP.NET Core,</a:t>
            </a:r>
            <a:r>
              <a:rPr lang="ro-RO" dirty="0">
                <a:latin typeface="Century Gothic"/>
                <a:cs typeface="+mj-ea"/>
              </a:rPr>
              <a:t/>
            </a:r>
            <a:br>
              <a:rPr lang="ro-RO" dirty="0">
                <a:latin typeface="Century Gothic"/>
                <a:cs typeface="+mj-ea"/>
              </a:rPr>
            </a:br>
            <a:r>
              <a:rPr lang="ro-RO" dirty="0"/>
              <a:t>FINALLY </a:t>
            </a:r>
            <a:r>
              <a:rPr lang="ro-RO" dirty="0" err="1"/>
              <a:t>PEEking</a:t>
            </a:r>
            <a:r>
              <a:rPr lang="ro-RO" dirty="0"/>
              <a:t> </a:t>
            </a:r>
            <a:r>
              <a:rPr lang="ro-RO" dirty="0" err="1"/>
              <a:t>into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future</a:t>
            </a:r>
            <a:r>
              <a:rPr lang="ro-RO" dirty="0"/>
              <a:t> 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279A7DA3-3947-4345-9DFB-5F6214DB6C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AC3293-8032-4472-B512-FD60177F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asp.net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FCA19A-8432-4BDF-8F80-93FACA595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Cross-platform, high performance, open-source framework for building modern, cloud-based, Interned-connected {insert cool word here}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93862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38AEEF-CD97-4931-BC3E-69309FD3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64380C-C26D-4923-AD3C-355D57A38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Redesign of ASP.NET 4.x, with architectural changes that result in a leaner, more modular framework</a:t>
            </a:r>
          </a:p>
          <a:p>
            <a:pPr>
              <a:buClr>
                <a:srgbClr val="FFFFFF"/>
              </a:buClr>
            </a:pPr>
            <a:r>
              <a:rPr lang="en-US" dirty="0"/>
              <a:t>Can build web UIs and web APIs</a:t>
            </a:r>
          </a:p>
          <a:p>
            <a:pPr>
              <a:buClr>
                <a:srgbClr val="FFFFFF"/>
              </a:buClr>
            </a:pPr>
            <a:r>
              <a:rPr lang="en-US" dirty="0"/>
              <a:t>Integrates modern, client-side frameworks and development flows</a:t>
            </a:r>
          </a:p>
          <a:p>
            <a:pPr>
              <a:buClr>
                <a:srgbClr val="FFFFFF"/>
              </a:buClr>
            </a:pPr>
            <a:r>
              <a:rPr lang="en-US" dirty="0"/>
              <a:t>Built-in dependency injection.</a:t>
            </a:r>
          </a:p>
          <a:p>
            <a:pPr>
              <a:buClr>
                <a:srgbClr val="FFFFFF"/>
              </a:buClr>
            </a:pPr>
            <a:r>
              <a:rPr lang="en-US" dirty="0"/>
              <a:t>A lightweight, high-performance, and modular HTTP request pipeline.</a:t>
            </a:r>
          </a:p>
          <a:p>
            <a:pPr>
              <a:buClr>
                <a:srgbClr val="FFFFFF"/>
              </a:buClr>
            </a:pPr>
            <a:r>
              <a:rPr lang="en-US" dirty="0"/>
              <a:t>Ability to build and run on Windows, macOS, and Linux</a:t>
            </a:r>
          </a:p>
          <a:p>
            <a:pPr>
              <a:buClr>
                <a:srgbClr val="FFFFFF"/>
              </a:buClr>
            </a:pPr>
            <a:r>
              <a:rPr lang="en-US" dirty="0"/>
              <a:t>Open-source and community focused</a:t>
            </a:r>
          </a:p>
        </p:txBody>
      </p:sp>
    </p:spTree>
    <p:extLst>
      <p:ext uri="{BB962C8B-B14F-4D97-AF65-F5344CB8AC3E}">
        <p14:creationId xmlns:p14="http://schemas.microsoft.com/office/powerpoint/2010/main" val="1870883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E373B7-F378-4414-A5DB-D2E26253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HTTP?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013CA0-E0DF-4586-BB80-6403E6782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Hypertext Transfer Protocol (HTTP) is a protocol designed to enable communications between clients and servers.</a:t>
            </a:r>
          </a:p>
          <a:p>
            <a:pPr marL="0" indent="0">
              <a:buNone/>
            </a:pPr>
            <a:r>
              <a:rPr lang="en-US" dirty="0"/>
              <a:t>A web browser may be the client, and an application on a computer that hosts a web site may be the server.</a:t>
            </a:r>
          </a:p>
        </p:txBody>
      </p:sp>
    </p:spTree>
    <p:extLst>
      <p:ext uri="{BB962C8B-B14F-4D97-AF65-F5344CB8AC3E}">
        <p14:creationId xmlns:p14="http://schemas.microsoft.com/office/powerpoint/2010/main" val="3288712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A1266D-804B-4E28-BB81-A22C4472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AD4D61-E159-4627-B9ED-50B4E294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can be used for transmitting hypermedia documents, such as HTML, JSON, XML, etc.</a:t>
            </a:r>
          </a:p>
          <a:p>
            <a:pPr>
              <a:buClr>
                <a:srgbClr val="FFFFFF"/>
              </a:buClr>
            </a:pPr>
            <a:r>
              <a:rPr lang="en-US" dirty="0"/>
              <a:t>Designed for communication between web browsers and web servers.</a:t>
            </a:r>
          </a:p>
          <a:p>
            <a:pPr>
              <a:buClr>
                <a:srgbClr val="FFFFFF"/>
              </a:buClr>
            </a:pPr>
            <a:r>
              <a:rPr lang="en-US" dirty="0"/>
              <a:t>HTTP follows a classical client-server model, with a client opening a connection to make a request, then waiting until it receives a response.</a:t>
            </a:r>
          </a:p>
          <a:p>
            <a:pPr>
              <a:buClr>
                <a:srgbClr val="FFFFFF"/>
              </a:buClr>
            </a:pPr>
            <a:r>
              <a:rPr lang="en-US" dirty="0"/>
              <a:t>Stateless protocol, meaning that the server does not keep any data (state) between two requests.</a:t>
            </a:r>
          </a:p>
        </p:txBody>
      </p:sp>
    </p:spTree>
    <p:extLst>
      <p:ext uri="{BB962C8B-B14F-4D97-AF65-F5344CB8AC3E}">
        <p14:creationId xmlns:p14="http://schemas.microsoft.com/office/powerpoint/2010/main" val="1488355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DA9067-8AAE-40BB-BA4B-5D7EFB2E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used http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46CD04-E21D-4DF5-9103-048DD837D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commonly used methods for a request-response between a client and a server are:</a:t>
            </a:r>
          </a:p>
          <a:p>
            <a:r>
              <a:rPr lang="en-US" dirty="0"/>
              <a:t>GET – Requests data from a specified resource</a:t>
            </a:r>
          </a:p>
          <a:p>
            <a:pPr>
              <a:buClr>
                <a:srgbClr val="FFFFFF"/>
              </a:buClr>
            </a:pPr>
            <a:r>
              <a:rPr lang="en-US" dirty="0"/>
              <a:t>POST – Submits data to be processed to a specified resource</a:t>
            </a:r>
          </a:p>
        </p:txBody>
      </p:sp>
    </p:spTree>
    <p:extLst>
      <p:ext uri="{BB962C8B-B14F-4D97-AF65-F5344CB8AC3E}">
        <p14:creationId xmlns:p14="http://schemas.microsoft.com/office/powerpoint/2010/main" val="2995019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715D73-D10A-4B44-AEED-D189D926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27D4CC-1726-46BC-B042-EC29E698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10016066" cy="3615267"/>
          </a:xfrm>
        </p:spPr>
        <p:txBody>
          <a:bodyPr/>
          <a:lstStyle/>
          <a:p>
            <a:r>
              <a:rPr lang="en-US" dirty="0"/>
              <a:t>Let's skip the theory</a:t>
            </a:r>
          </a:p>
          <a:p>
            <a:pPr>
              <a:buClr>
                <a:srgbClr val="FFFFFF"/>
              </a:buClr>
            </a:pPr>
            <a:r>
              <a:rPr lang="en-US" dirty="0"/>
              <a:t>http://localhost/MyApp/Authors/GetAuthors</a:t>
            </a:r>
            <a:r>
              <a:rPr lang="en-US" b="1" dirty="0"/>
              <a:t>?name=Popescu&amp;age=33</a:t>
            </a:r>
          </a:p>
        </p:txBody>
      </p:sp>
    </p:spTree>
    <p:extLst>
      <p:ext uri="{BB962C8B-B14F-4D97-AF65-F5344CB8AC3E}">
        <p14:creationId xmlns:p14="http://schemas.microsoft.com/office/powerpoint/2010/main" val="2100093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1DEE5-2D49-4D4A-AFDB-DA75BFAE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6D6768-0135-433F-B253-5AC8A9A74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Essentially, used to retrieve remote data.</a:t>
            </a:r>
          </a:p>
          <a:p>
            <a:pPr>
              <a:buClr>
                <a:srgbClr val="FFFFFF"/>
              </a:buClr>
            </a:pPr>
            <a:r>
              <a:rPr lang="en-US" dirty="0"/>
              <a:t>GET should not be used to cause side-effects, such as updating data inside a database.</a:t>
            </a:r>
          </a:p>
          <a:p>
            <a:pPr>
              <a:buClr>
                <a:srgbClr val="FFFFFF"/>
              </a:buClr>
            </a:pPr>
            <a:r>
              <a:rPr lang="en-US" dirty="0"/>
              <a:t>http://localhost/MyApp/Authors/GetAuthors</a:t>
            </a:r>
            <a:r>
              <a:rPr lang="en-US" b="1" dirty="0"/>
              <a:t>?name=Popescu&amp;age=33 &lt;-- GET Request that retrieves Authors.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63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FC51B8-3FC1-45DD-A28D-263DAC50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B08FFC-F4F8-4C93-A914-E36AF1366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submits data to be processed (e.g., from an HTML form).</a:t>
            </a:r>
          </a:p>
          <a:p>
            <a:pPr>
              <a:buClr>
                <a:srgbClr val="FFFFFF"/>
              </a:buClr>
            </a:pPr>
            <a:r>
              <a:rPr lang="en-US" dirty="0"/>
              <a:t>The data is included in the body of the request. </a:t>
            </a:r>
          </a:p>
          <a:p>
            <a:pPr>
              <a:buClr>
                <a:srgbClr val="FFFFFF"/>
              </a:buClr>
            </a:pPr>
            <a:r>
              <a:rPr lang="en-US" dirty="0"/>
              <a:t>This may result in the creation of a new resource or updates of existing resources or both.</a:t>
            </a:r>
          </a:p>
          <a:p>
            <a:pPr>
              <a:buClr>
                <a:srgbClr val="FFFFFF"/>
              </a:buClr>
            </a:pPr>
            <a:r>
              <a:rPr lang="en-US" dirty="0"/>
              <a:t>http://localhost/MyApp/Authors/CreateAuthor</a:t>
            </a:r>
            <a:endParaRPr lang="en-US" b="1"/>
          </a:p>
          <a:p>
            <a:pPr>
              <a:buClr>
                <a:srgbClr val="FFFFFF"/>
              </a:buClr>
            </a:pP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02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D10608-4B19-4562-948A-7A8B1814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VS.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714294-3D92-4E97-9970-11105294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5359400" cy="36152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GET /foo?par1=val1&amp;par2=val2 HTTP/1.1</a:t>
            </a:r>
          </a:p>
          <a:p>
            <a:pPr marL="0" indent="0">
              <a:buNone/>
            </a:pPr>
            <a:r>
              <a:rPr lang="en-US" dirty="0"/>
              <a:t>User-Agent: Mozilla/5.0</a:t>
            </a:r>
          </a:p>
          <a:p>
            <a:pPr marL="0" indent="0">
              <a:buNone/>
            </a:pPr>
            <a:r>
              <a:rPr lang="en-US" dirty="0"/>
              <a:t>Host: Host</a:t>
            </a:r>
          </a:p>
          <a:p>
            <a:pPr marL="0" indent="0">
              <a:buNone/>
            </a:pPr>
            <a:r>
              <a:rPr lang="en-US" dirty="0"/>
              <a:t>Accept: */*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A301676D-A9CF-4975-8950-E382114BAADA}"/>
              </a:ext>
            </a:extLst>
          </p:cNvPr>
          <p:cNvSpPr txBox="1">
            <a:spLocks/>
          </p:cNvSpPr>
          <p:nvPr/>
        </p:nvSpPr>
        <p:spPr>
          <a:xfrm>
            <a:off x="6381749" y="1320799"/>
            <a:ext cx="5359400" cy="3107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POST /foo HTTP/1.1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User-Agent: Mozilla/5.0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Host: Host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Accept: */*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par1=val1&amp;par2=val2</a:t>
            </a:r>
          </a:p>
        </p:txBody>
      </p:sp>
    </p:spTree>
    <p:extLst>
      <p:ext uri="{BB962C8B-B14F-4D97-AF65-F5344CB8AC3E}">
        <p14:creationId xmlns:p14="http://schemas.microsoft.com/office/powerpoint/2010/main" val="3552992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54657B-4FE8-4961-A6A5-7F184138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ASP.net core </a:t>
            </a:r>
            <a:r>
              <a:rPr lang="en-US" dirty="0" err="1"/>
              <a:t>mvc</a:t>
            </a:r>
            <a:r>
              <a:rPr lang="en-US" dirty="0"/>
              <a:t>?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0F7457-DCAE-4A06-91B5-7445B13A1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ASP.NET Core MVC (Model View Controller) provides a patterns-based way to build dynamic websites that enables a clean separation of concerns. </a:t>
            </a:r>
            <a:endParaRPr lang="en-US"/>
          </a:p>
          <a:p>
            <a:r>
              <a:rPr lang="en-US" dirty="0"/>
              <a:t>It gives you full control over markup, supports TDD-friendly development and uses the latest web standards.</a:t>
            </a:r>
          </a:p>
        </p:txBody>
      </p:sp>
    </p:spTree>
    <p:extLst>
      <p:ext uri="{BB962C8B-B14F-4D97-AF65-F5344CB8AC3E}">
        <p14:creationId xmlns:p14="http://schemas.microsoft.com/office/powerpoint/2010/main" val="4027941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 representATION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1354931"/>
            <a:ext cx="55721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070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an mVC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user sends a request to </a:t>
            </a:r>
            <a:r>
              <a:rPr lang="en-US"/>
              <a:t>the </a:t>
            </a:r>
            <a:r>
              <a:rPr lang="en-US" dirty="0"/>
              <a:t>controller(will</a:t>
            </a:r>
            <a:r>
              <a:rPr lang="en-US"/>
              <a:t> explain </a:t>
            </a:r>
            <a:r>
              <a:rPr lang="en-US" smtClean="0"/>
              <a:t>later)</a:t>
            </a:r>
            <a:endParaRPr lang="en-US" dirty="0"/>
          </a:p>
          <a:p>
            <a:r>
              <a:rPr lang="en-US" dirty="0"/>
              <a:t>The controller creates the model (if needed)</a:t>
            </a:r>
          </a:p>
          <a:p>
            <a:r>
              <a:rPr lang="en-US" dirty="0"/>
              <a:t>The controller prepares the view using the model (if needed)</a:t>
            </a:r>
          </a:p>
          <a:p>
            <a:r>
              <a:rPr lang="en-US" dirty="0"/>
              <a:t>The controller returns the view</a:t>
            </a:r>
          </a:p>
          <a:p>
            <a:r>
              <a:rPr lang="en-US" dirty="0"/>
              <a:t>The user sees the view</a:t>
            </a:r>
          </a:p>
          <a:p>
            <a:r>
              <a:rPr lang="en-US"/>
              <a:t>Repeat </a:t>
            </a:r>
          </a:p>
        </p:txBody>
      </p:sp>
    </p:spTree>
    <p:extLst>
      <p:ext uri="{BB962C8B-B14F-4D97-AF65-F5344CB8AC3E}">
        <p14:creationId xmlns:p14="http://schemas.microsoft.com/office/powerpoint/2010/main" val="1113645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10C31A-DCC4-4E8E-BB8C-0F75C651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 </a:t>
            </a:r>
            <a:r>
              <a:rPr lang="en-US" dirty="0" err="1"/>
              <a:t>mvc</a:t>
            </a:r>
            <a:r>
              <a:rPr lang="en-US" dirty="0"/>
              <a:t>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D9A33F-EB94-4A74-A7E7-C0EDF2C53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Routing</a:t>
            </a:r>
          </a:p>
          <a:p>
            <a:pPr>
              <a:buClr>
                <a:srgbClr val="FFFFFF"/>
              </a:buClr>
            </a:pPr>
            <a:r>
              <a:rPr lang="en-US" dirty="0"/>
              <a:t>Model binding</a:t>
            </a:r>
          </a:p>
          <a:p>
            <a:pPr>
              <a:buClr>
                <a:srgbClr val="FFFFFF"/>
              </a:buClr>
            </a:pPr>
            <a:r>
              <a:rPr lang="en-US" dirty="0"/>
              <a:t>Model validation</a:t>
            </a:r>
          </a:p>
          <a:p>
            <a:pPr>
              <a:buClr>
                <a:srgbClr val="FFFFFF"/>
              </a:buClr>
            </a:pPr>
            <a:r>
              <a:rPr lang="en-US" dirty="0"/>
              <a:t>Dependency injection</a:t>
            </a:r>
          </a:p>
          <a:p>
            <a:pPr>
              <a:buClr>
                <a:srgbClr val="FFFFFF"/>
              </a:buClr>
            </a:pPr>
            <a:r>
              <a:rPr lang="en-US" dirty="0"/>
              <a:t>Filters</a:t>
            </a:r>
          </a:p>
          <a:p>
            <a:pPr>
              <a:buClr>
                <a:srgbClr val="FFFFFF"/>
              </a:buClr>
            </a:pPr>
            <a:r>
              <a:rPr lang="en-US" dirty="0"/>
              <a:t>Areas</a:t>
            </a:r>
          </a:p>
          <a:p>
            <a:pPr>
              <a:buClr>
                <a:srgbClr val="FFFFFF"/>
              </a:buClr>
            </a:pPr>
            <a:r>
              <a:rPr lang="en-US" dirty="0"/>
              <a:t>Web APIs</a:t>
            </a:r>
          </a:p>
          <a:p>
            <a:pPr>
              <a:buClr>
                <a:srgbClr val="FFFFFF"/>
              </a:buClr>
            </a:pPr>
            <a:r>
              <a:rPr lang="en-US" dirty="0"/>
              <a:t>Razor view engine</a:t>
            </a:r>
          </a:p>
          <a:p>
            <a:pPr>
              <a:buClr>
                <a:srgbClr val="FFFFFF"/>
              </a:buClr>
            </a:pPr>
            <a:r>
              <a:rPr lang="en-US" dirty="0"/>
              <a:t>Strongly typed views</a:t>
            </a:r>
          </a:p>
        </p:txBody>
      </p:sp>
    </p:spTree>
    <p:extLst>
      <p:ext uri="{BB962C8B-B14F-4D97-AF65-F5344CB8AC3E}">
        <p14:creationId xmlns:p14="http://schemas.microsoft.com/office/powerpoint/2010/main" val="3006257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E1A024-4306-4DAD-B1A6-9EFEA217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5488168"/>
            <a:ext cx="8534400" cy="1507067"/>
          </a:xfrm>
        </p:spPr>
        <p:txBody>
          <a:bodyPr/>
          <a:lstStyle/>
          <a:p>
            <a:r>
              <a:rPr lang="en-US" dirty="0"/>
              <a:t>Create new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02DD87-5425-4E01-95CC-414742121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xmlns="" id="{BAB3ED35-D649-4BED-8AAB-CDE35D8B9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05" y="234251"/>
            <a:ext cx="7952094" cy="554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33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E1A024-4306-4DAD-B1A6-9EFEA217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5488168"/>
            <a:ext cx="8534400" cy="1507067"/>
          </a:xfrm>
        </p:spPr>
        <p:txBody>
          <a:bodyPr/>
          <a:lstStyle/>
          <a:p>
            <a:r>
              <a:rPr lang="en-US" dirty="0"/>
              <a:t>Create new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02DD87-5425-4E01-95CC-414742121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  <p:pic>
        <p:nvPicPr>
          <p:cNvPr id="4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xmlns="" id="{BAB3ED35-D649-4BED-8AAB-CDE35D8B9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05" y="397977"/>
            <a:ext cx="7952094" cy="521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1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4712D-35E8-455E-BE43-E79A4DCC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pic>
        <p:nvPicPr>
          <p:cNvPr id="8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xmlns="" id="{B0023818-2231-451C-AD25-DA9BCACC4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8484" y="217897"/>
            <a:ext cx="5423958" cy="58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33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2D3FB4-9DF0-4D4A-A0FC-3B821160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entry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7D7F44-CC13-4A0B-AC4B-A0A3601A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	public class Program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{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 public static void Main(string[] </a:t>
            </a:r>
            <a:r>
              <a:rPr lang="en-US" dirty="0" err="1">
                <a:latin typeface="Consolas"/>
              </a:rPr>
              <a:t>args</a:t>
            </a:r>
            <a:r>
              <a:rPr lang="en-US" dirty="0">
                <a:latin typeface="Consolas"/>
              </a:rPr>
              <a:t>)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 {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     </a:t>
            </a:r>
            <a:r>
              <a:rPr lang="en-US" dirty="0" err="1">
                <a:latin typeface="Consolas"/>
              </a:rPr>
              <a:t>BuildWebHost</a:t>
            </a:r>
            <a:r>
              <a:rPr lang="en-US" dirty="0">
                <a:latin typeface="Consolas"/>
              </a:rPr>
              <a:t>(</a:t>
            </a:r>
            <a:r>
              <a:rPr lang="en-US" dirty="0" err="1">
                <a:latin typeface="Consolas"/>
              </a:rPr>
              <a:t>args</a:t>
            </a:r>
            <a:r>
              <a:rPr lang="en-US" dirty="0">
                <a:latin typeface="Consolas"/>
              </a:rPr>
              <a:t>).Run();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 }</a:t>
            </a:r>
          </a:p>
          <a:p>
            <a:pPr marL="0" indent="0">
              <a:buClr>
                <a:srgbClr val="FFFFFF"/>
              </a:buClr>
              <a:buNone/>
            </a:pPr>
            <a:endParaRPr lang="en-US" dirty="0">
              <a:latin typeface="Consolas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 public static </a:t>
            </a:r>
            <a:r>
              <a:rPr lang="en-US" dirty="0" err="1">
                <a:latin typeface="Consolas"/>
              </a:rPr>
              <a:t>IWebHost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BuildWebHost</a:t>
            </a:r>
            <a:r>
              <a:rPr lang="en-US" dirty="0">
                <a:latin typeface="Consolas"/>
              </a:rPr>
              <a:t>(string[] </a:t>
            </a:r>
            <a:r>
              <a:rPr lang="en-US" dirty="0" err="1">
                <a:latin typeface="Consolas"/>
              </a:rPr>
              <a:t>args</a:t>
            </a:r>
            <a:r>
              <a:rPr lang="en-US" dirty="0">
                <a:latin typeface="Consolas"/>
              </a:rPr>
              <a:t>) =&gt;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     </a:t>
            </a:r>
            <a:r>
              <a:rPr lang="en-US" dirty="0" err="1">
                <a:latin typeface="Consolas"/>
              </a:rPr>
              <a:t>WebHost.CreateDefaultBuilder</a:t>
            </a:r>
            <a:r>
              <a:rPr lang="en-US" dirty="0">
                <a:latin typeface="Consolas"/>
              </a:rPr>
              <a:t>(</a:t>
            </a:r>
            <a:r>
              <a:rPr lang="en-US" dirty="0" err="1">
                <a:latin typeface="Consolas"/>
              </a:rPr>
              <a:t>args</a:t>
            </a:r>
            <a:r>
              <a:rPr lang="en-US" dirty="0">
                <a:latin typeface="Consolas"/>
              </a:rPr>
              <a:t>)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         .</a:t>
            </a:r>
            <a:r>
              <a:rPr lang="en-US" dirty="0" err="1">
                <a:latin typeface="Consolas"/>
              </a:rPr>
              <a:t>UseStartup</a:t>
            </a:r>
            <a:r>
              <a:rPr lang="en-US" dirty="0">
                <a:latin typeface="Consolas"/>
              </a:rPr>
              <a:t>&lt;Startup&gt;()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             .Build();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 }</a:t>
            </a:r>
          </a:p>
        </p:txBody>
      </p:sp>
    </p:spTree>
    <p:extLst>
      <p:ext uri="{BB962C8B-B14F-4D97-AF65-F5344CB8AC3E}">
        <p14:creationId xmlns:p14="http://schemas.microsoft.com/office/powerpoint/2010/main" val="3076212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2ED51B-9C5F-491F-ABB9-8438D6C1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Startup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7B55C5-F32C-4991-869E-0FECB259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r>
              <a:rPr lang="en-US" dirty="0">
                <a:latin typeface="Century Gothic"/>
              </a:rPr>
              <a:t>Define request handling pipeline</a:t>
            </a:r>
          </a:p>
          <a:p>
            <a:pPr>
              <a:buClr>
                <a:srgbClr val="FFFFFF"/>
              </a:buClr>
            </a:pPr>
            <a:r>
              <a:rPr lang="en-US" dirty="0">
                <a:latin typeface="Century Gothic"/>
              </a:rPr>
              <a:t>Define services needed by the app</a:t>
            </a:r>
          </a:p>
        </p:txBody>
      </p:sp>
    </p:spTree>
    <p:extLst>
      <p:ext uri="{BB962C8B-B14F-4D97-AF65-F5344CB8AC3E}">
        <p14:creationId xmlns:p14="http://schemas.microsoft.com/office/powerpoint/2010/main" val="212291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6B67F-304C-4C81-835F-44E10115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run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2B5CD2-D490-4E9D-81D7-20D8481A3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066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90B18-5E1D-42F5-8447-431BE9A2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runs inside that console?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6E4DE5-29A3-4F94-BDA2-F080BDB7E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48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08378A-BE1D-434B-BD73-B903817D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kestrel</a:t>
            </a:r>
          </a:p>
        </p:txBody>
      </p:sp>
      <p:pic>
        <p:nvPicPr>
          <p:cNvPr id="4" name="Picture 4" descr="A small bird perched on a wooden surface&#10;&#10;Description generated with very high confidence">
            <a:extLst>
              <a:ext uri="{FF2B5EF4-FFF2-40B4-BE49-F238E27FC236}">
                <a16:creationId xmlns:a16="http://schemas.microsoft.com/office/drawing/2014/main" xmlns="" id="{9FFDBC37-77C9-4707-8A48-5B2D440A0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8728" y="230717"/>
            <a:ext cx="5657533" cy="425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8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2921A8-579E-46D4-8AD9-B29261A2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kestrel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5DFA71-157E-4511-9E14-A5BD7ED09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   Kestrel is an open source, cross platform, light weight and a default webserver used by ASP.NET Core applications.</a:t>
            </a:r>
          </a:p>
          <a:p>
            <a:pPr marL="0" indent="0">
              <a:buNone/>
            </a:pPr>
            <a:r>
              <a:rPr lang="en-US" dirty="0"/>
              <a:t>    Based on </a:t>
            </a:r>
            <a:r>
              <a:rPr lang="en-US" dirty="0" err="1"/>
              <a:t>libuv</a:t>
            </a:r>
            <a:r>
              <a:rPr lang="en-US" dirty="0"/>
              <a:t> (which was primarily developed for Node.JS)</a:t>
            </a:r>
          </a:p>
          <a:p>
            <a:pPr marL="0" indent="0">
              <a:buNone/>
            </a:pPr>
            <a:r>
              <a:rPr lang="en-US" dirty="0"/>
              <a:t>    Does not have advanced features of webservers like IIS, </a:t>
            </a:r>
            <a:r>
              <a:rPr lang="en-US" dirty="0" err="1"/>
              <a:t>nginx</a:t>
            </a:r>
            <a:r>
              <a:rPr lang="en-US" dirty="0"/>
              <a:t>, Apache, etc.</a:t>
            </a:r>
          </a:p>
          <a:p>
            <a:pPr marL="0" indent="0">
              <a:buNone/>
            </a:pPr>
            <a:r>
              <a:rPr lang="en-US" dirty="0"/>
              <a:t>    Due to its lightweight nature, Kestrel provides better request processing performance to ASP.NET Core applications.</a:t>
            </a:r>
          </a:p>
          <a:p>
            <a:pPr marL="0" indent="0">
              <a:buNone/>
            </a:pPr>
            <a:r>
              <a:rPr lang="en-US" dirty="0"/>
              <a:t>    Most times, used with a reverse proxy (e.g. IIS, </a:t>
            </a:r>
            <a:r>
              <a:rPr lang="en-US" dirty="0" err="1"/>
              <a:t>nginx</a:t>
            </a:r>
            <a:r>
              <a:rPr lang="en-US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1253608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CDB47A-2387-47D2-B283-C5B67545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stories about kestrel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6E0C7D-3263-426B-98CE-2CA9429FA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   It uses that "useless" thing that we have never used in a real-life scenario: Binary Search.</a:t>
            </a:r>
          </a:p>
          <a:p>
            <a:r>
              <a:rPr lang="en-US" dirty="0"/>
              <a:t>    Uses a lot of bitwise operations with masks (remember C?)</a:t>
            </a:r>
          </a:p>
          <a:p>
            <a:r>
              <a:rPr lang="en-US" dirty="0"/>
              <a:t>    HTTP method names can be allocated on a long (8 bytes)</a:t>
            </a:r>
          </a:p>
          <a:p>
            <a:pPr>
              <a:buClr>
                <a:srgbClr val="FFFFFF"/>
              </a:buClr>
            </a:pPr>
            <a:r>
              <a:rPr lang="en-US" dirty="0"/>
              <a:t>    Uses Span</a:t>
            </a:r>
          </a:p>
          <a:p>
            <a:r>
              <a:rPr lang="en-US" dirty="0"/>
              <a:t>    And more stuffs that I don't remember anymore.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816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9A6111EA-94A7-49D8-85E8-3CE10260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Controllers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0C2C195A-A378-4DE7-AF7E-AEF3761F2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10697935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    </a:t>
            </a:r>
            <a:r>
              <a:rPr lang="ro-RO" dirty="0" err="1"/>
              <a:t>Controllers</a:t>
            </a:r>
            <a:r>
              <a:rPr lang="ro-RO" dirty="0"/>
              <a:t>, </a:t>
            </a:r>
            <a:r>
              <a:rPr lang="ro-RO" dirty="0" err="1"/>
              <a:t>actions</a:t>
            </a:r>
            <a:r>
              <a:rPr lang="ro-RO" dirty="0"/>
              <a:t>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action</a:t>
            </a:r>
            <a:r>
              <a:rPr lang="ro-RO" dirty="0"/>
              <a:t> </a:t>
            </a:r>
            <a:r>
              <a:rPr lang="ro-RO" dirty="0" err="1"/>
              <a:t>results</a:t>
            </a:r>
            <a:r>
              <a:rPr lang="ro-RO" dirty="0"/>
              <a:t> are a fundamental part of </a:t>
            </a:r>
            <a:r>
              <a:rPr lang="ro-RO" dirty="0" err="1"/>
              <a:t>how</a:t>
            </a:r>
            <a:r>
              <a:rPr lang="ro-RO" dirty="0"/>
              <a:t> </a:t>
            </a:r>
            <a:r>
              <a:rPr lang="ro-RO" dirty="0" err="1"/>
              <a:t>developers</a:t>
            </a:r>
            <a:r>
              <a:rPr lang="ro-RO" dirty="0"/>
              <a:t> </a:t>
            </a:r>
            <a:r>
              <a:rPr lang="ro-RO" dirty="0" err="1"/>
              <a:t>build</a:t>
            </a:r>
            <a:r>
              <a:rPr lang="ro-RO" dirty="0"/>
              <a:t> </a:t>
            </a:r>
            <a:r>
              <a:rPr lang="ro-RO" dirty="0" err="1"/>
              <a:t>apps</a:t>
            </a:r>
            <a:r>
              <a:rPr lang="ro-RO" dirty="0"/>
              <a:t> </a:t>
            </a:r>
            <a:r>
              <a:rPr lang="ro-RO" dirty="0" err="1"/>
              <a:t>using</a:t>
            </a:r>
            <a:r>
              <a:rPr lang="ro-RO" dirty="0"/>
              <a:t> ASP.NET Core MVC</a:t>
            </a:r>
          </a:p>
          <a:p>
            <a:pPr marL="0" indent="0">
              <a:buNone/>
            </a:pPr>
            <a:r>
              <a:rPr lang="ro-RO" dirty="0"/>
              <a:t>    A controller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used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define</a:t>
            </a:r>
            <a:r>
              <a:rPr lang="ro-RO" dirty="0"/>
              <a:t> 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group</a:t>
            </a:r>
            <a:r>
              <a:rPr lang="ro-RO" dirty="0"/>
              <a:t> a set of </a:t>
            </a:r>
            <a:r>
              <a:rPr lang="ro-RO" dirty="0" err="1"/>
              <a:t>actions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dirty="0"/>
              <a:t>    An </a:t>
            </a:r>
            <a:r>
              <a:rPr lang="ro-RO" dirty="0" err="1"/>
              <a:t>action</a:t>
            </a:r>
            <a:r>
              <a:rPr lang="ro-RO" dirty="0"/>
              <a:t> (or </a:t>
            </a:r>
            <a:r>
              <a:rPr lang="ro-RO" dirty="0" err="1"/>
              <a:t>action</a:t>
            </a:r>
            <a:r>
              <a:rPr lang="ro-RO" dirty="0"/>
              <a:t> </a:t>
            </a:r>
            <a:r>
              <a:rPr lang="ro-RO" dirty="0" err="1"/>
              <a:t>method</a:t>
            </a:r>
            <a:r>
              <a:rPr lang="ro-RO" dirty="0"/>
              <a:t>) </a:t>
            </a:r>
            <a:r>
              <a:rPr lang="ro-RO" dirty="0" err="1"/>
              <a:t>is</a:t>
            </a:r>
            <a:r>
              <a:rPr lang="ro-RO" dirty="0"/>
              <a:t> a </a:t>
            </a:r>
            <a:r>
              <a:rPr lang="ro-RO" dirty="0" err="1"/>
              <a:t>method</a:t>
            </a:r>
            <a:r>
              <a:rPr lang="ro-RO" dirty="0"/>
              <a:t> on a controller </a:t>
            </a:r>
            <a:r>
              <a:rPr lang="ro-RO" dirty="0" err="1"/>
              <a:t>which</a:t>
            </a:r>
            <a:r>
              <a:rPr lang="ro-RO" dirty="0"/>
              <a:t> </a:t>
            </a:r>
            <a:r>
              <a:rPr lang="ro-RO" dirty="0" err="1"/>
              <a:t>handles</a:t>
            </a:r>
            <a:r>
              <a:rPr lang="ro-RO" dirty="0"/>
              <a:t> </a:t>
            </a:r>
            <a:r>
              <a:rPr lang="ro-RO" dirty="0" err="1"/>
              <a:t>requests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dirty="0"/>
              <a:t>    </a:t>
            </a:r>
            <a:r>
              <a:rPr lang="ro-RO" dirty="0" err="1"/>
              <a:t>Controllers</a:t>
            </a:r>
            <a:r>
              <a:rPr lang="ro-RO" dirty="0"/>
              <a:t> </a:t>
            </a:r>
            <a:r>
              <a:rPr lang="ro-RO" dirty="0" err="1"/>
              <a:t>logically</a:t>
            </a:r>
            <a:r>
              <a:rPr lang="ro-RO" dirty="0"/>
              <a:t> </a:t>
            </a:r>
            <a:r>
              <a:rPr lang="ro-RO" dirty="0" err="1"/>
              <a:t>group</a:t>
            </a:r>
            <a:r>
              <a:rPr lang="ro-RO" dirty="0"/>
              <a:t> similar </a:t>
            </a:r>
            <a:r>
              <a:rPr lang="ro-RO" dirty="0" err="1"/>
              <a:t>actions</a:t>
            </a:r>
            <a:r>
              <a:rPr lang="ro-RO" dirty="0"/>
              <a:t> </a:t>
            </a:r>
            <a:r>
              <a:rPr lang="ro-RO" dirty="0" err="1"/>
              <a:t>together</a:t>
            </a:r>
            <a:r>
              <a:rPr lang="ro-RO" dirty="0"/>
              <a:t>.</a:t>
            </a:r>
          </a:p>
          <a:p>
            <a:pPr>
              <a:buNone/>
            </a:pPr>
            <a:r>
              <a:rPr lang="ro-RO" dirty="0"/>
              <a:t>    </a:t>
            </a:r>
            <a:r>
              <a:rPr lang="ro-RO" dirty="0" err="1"/>
              <a:t>Within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 </a:t>
            </a:r>
            <a:r>
              <a:rPr lang="ro-RO" b="1" dirty="0"/>
              <a:t>M</a:t>
            </a:r>
            <a:r>
              <a:rPr lang="ro-RO" dirty="0"/>
              <a:t>odel-</a:t>
            </a:r>
            <a:r>
              <a:rPr lang="ro-RO" b="1" dirty="0" err="1"/>
              <a:t>V</a:t>
            </a:r>
            <a:r>
              <a:rPr lang="ro-RO" dirty="0" err="1"/>
              <a:t>iew</a:t>
            </a:r>
            <a:r>
              <a:rPr lang="ro-RO" dirty="0"/>
              <a:t>-</a:t>
            </a:r>
            <a:r>
              <a:rPr lang="ro-RO" b="1" dirty="0"/>
              <a:t>C</a:t>
            </a:r>
            <a:r>
              <a:rPr lang="ro-RO" dirty="0"/>
              <a:t>ontroller pattern, a controller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responsible</a:t>
            </a:r>
            <a:r>
              <a:rPr lang="ro-RO" dirty="0"/>
              <a:t> for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initial</a:t>
            </a:r>
          </a:p>
          <a:p>
            <a:pPr>
              <a:buNone/>
            </a:pPr>
            <a:r>
              <a:rPr lang="ro-RO" dirty="0" err="1"/>
              <a:t>processing</a:t>
            </a:r>
            <a:r>
              <a:rPr lang="ro-RO" dirty="0"/>
              <a:t> of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request</a:t>
            </a:r>
            <a:r>
              <a:rPr lang="ro-RO" dirty="0"/>
              <a:t>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instantiation</a:t>
            </a:r>
            <a:r>
              <a:rPr lang="ro-RO" dirty="0"/>
              <a:t> of </a:t>
            </a:r>
            <a:r>
              <a:rPr lang="ro-RO" dirty="0" err="1"/>
              <a:t>the</a:t>
            </a:r>
            <a:r>
              <a:rPr lang="ro-RO" dirty="0"/>
              <a:t> model. </a:t>
            </a:r>
            <a:r>
              <a:rPr lang="ro-RO" dirty="0" err="1"/>
              <a:t>Generally</a:t>
            </a:r>
            <a:r>
              <a:rPr lang="ro-RO" dirty="0"/>
              <a:t>, business</a:t>
            </a:r>
          </a:p>
          <a:p>
            <a:pPr>
              <a:buNone/>
            </a:pPr>
            <a:r>
              <a:rPr lang="ro-RO" dirty="0" err="1"/>
              <a:t>decisions</a:t>
            </a:r>
            <a:r>
              <a:rPr lang="ro-RO" dirty="0"/>
              <a:t> </a:t>
            </a:r>
            <a:r>
              <a:rPr lang="ro-RO" dirty="0" err="1"/>
              <a:t>should</a:t>
            </a:r>
            <a:r>
              <a:rPr lang="ro-RO" dirty="0"/>
              <a:t> </a:t>
            </a:r>
            <a:r>
              <a:rPr lang="ro-RO" dirty="0" err="1"/>
              <a:t>be</a:t>
            </a:r>
            <a:r>
              <a:rPr lang="ro-RO" dirty="0"/>
              <a:t> </a:t>
            </a:r>
            <a:r>
              <a:rPr lang="ro-RO" dirty="0" err="1"/>
              <a:t>performed</a:t>
            </a:r>
            <a:r>
              <a:rPr lang="ro-RO" dirty="0"/>
              <a:t> </a:t>
            </a:r>
            <a:r>
              <a:rPr lang="ro-RO" dirty="0" err="1"/>
              <a:t>within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2100195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4151568C-FE66-4724-974B-0BDDA7D6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Routing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1DA3304F-F11C-4A3E-AA89-8C4648F19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  <a:p>
            <a:pPr>
              <a:buClr>
                <a:srgbClr val="FFFFFF"/>
              </a:buClr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95207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CC2BA02D-B2EE-4C90-935F-0AA96DFE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Why</a:t>
            </a:r>
            <a:r>
              <a:rPr lang="ro-RO" dirty="0"/>
              <a:t> </a:t>
            </a:r>
            <a:r>
              <a:rPr lang="ro-RO" dirty="0" err="1"/>
              <a:t>we</a:t>
            </a:r>
            <a:r>
              <a:rPr lang="ro-RO" dirty="0"/>
              <a:t> are </a:t>
            </a:r>
            <a:r>
              <a:rPr lang="ro-RO" dirty="0" err="1"/>
              <a:t>seeing</a:t>
            </a:r>
            <a:r>
              <a:rPr lang="ro-RO" dirty="0"/>
              <a:t> </a:t>
            </a:r>
            <a:r>
              <a:rPr lang="ro-RO" dirty="0" err="1"/>
              <a:t>this</a:t>
            </a:r>
            <a:r>
              <a:rPr lang="ro-RO" dirty="0"/>
              <a:t>?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9B4AA4E6-1A93-40BB-9F38-6497CE0B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ASP.NET Core MVC </a:t>
            </a:r>
            <a:r>
              <a:rPr lang="ro-RO" dirty="0" err="1"/>
              <a:t>uses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Routing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match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URLs</a:t>
            </a:r>
            <a:r>
              <a:rPr lang="ro-RO" dirty="0"/>
              <a:t> of </a:t>
            </a:r>
            <a:r>
              <a:rPr lang="ro-RO" dirty="0" err="1"/>
              <a:t>incoming</a:t>
            </a:r>
            <a:r>
              <a:rPr lang="ro-RO" dirty="0"/>
              <a:t> </a:t>
            </a:r>
            <a:r>
              <a:rPr lang="ro-RO" dirty="0" err="1"/>
              <a:t>requests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map</a:t>
            </a:r>
            <a:r>
              <a:rPr lang="ro-RO" dirty="0"/>
              <a:t> </a:t>
            </a:r>
            <a:r>
              <a:rPr lang="ro-RO" dirty="0" err="1"/>
              <a:t>them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actions</a:t>
            </a:r>
            <a:r>
              <a:rPr lang="ro-RO" dirty="0"/>
              <a:t>.</a:t>
            </a:r>
          </a:p>
          <a:p>
            <a:pPr>
              <a:buClr>
                <a:srgbClr val="FFFFFF"/>
              </a:buClr>
            </a:pPr>
            <a:r>
              <a:rPr lang="ro-RO" dirty="0" err="1"/>
              <a:t>Routes</a:t>
            </a:r>
            <a:r>
              <a:rPr lang="ro-RO" dirty="0"/>
              <a:t> are </a:t>
            </a:r>
            <a:r>
              <a:rPr lang="ro-RO" dirty="0" err="1"/>
              <a:t>defined</a:t>
            </a:r>
            <a:r>
              <a:rPr lang="ro-RO" dirty="0"/>
              <a:t> in </a:t>
            </a:r>
            <a:r>
              <a:rPr lang="ro-RO" dirty="0" err="1"/>
              <a:t>startup</a:t>
            </a:r>
            <a:r>
              <a:rPr lang="ro-RO" dirty="0"/>
              <a:t> or </a:t>
            </a:r>
            <a:r>
              <a:rPr lang="ro-RO" dirty="0" err="1"/>
              <a:t>by</a:t>
            </a:r>
            <a:r>
              <a:rPr lang="ro-RO" dirty="0"/>
              <a:t> </a:t>
            </a:r>
            <a:r>
              <a:rPr lang="ro-RO" dirty="0" err="1"/>
              <a:t>using</a:t>
            </a:r>
            <a:r>
              <a:rPr lang="ro-RO" dirty="0"/>
              <a:t> </a:t>
            </a:r>
            <a:r>
              <a:rPr lang="ro-RO" dirty="0" err="1"/>
              <a:t>attributes</a:t>
            </a:r>
          </a:p>
          <a:p>
            <a:pPr>
              <a:buClr>
                <a:srgbClr val="FFFFFF"/>
              </a:buClr>
            </a:pPr>
            <a:r>
              <a:rPr lang="ro-RO" dirty="0" err="1"/>
              <a:t>Routes</a:t>
            </a:r>
            <a:r>
              <a:rPr lang="ro-RO" dirty="0"/>
              <a:t> </a:t>
            </a:r>
            <a:r>
              <a:rPr lang="ro-RO" dirty="0" err="1"/>
              <a:t>describe</a:t>
            </a:r>
            <a:r>
              <a:rPr lang="ro-RO" dirty="0"/>
              <a:t> </a:t>
            </a:r>
            <a:r>
              <a:rPr lang="ro-RO" dirty="0" err="1"/>
              <a:t>how</a:t>
            </a:r>
            <a:r>
              <a:rPr lang="ro-RO" dirty="0"/>
              <a:t> URL </a:t>
            </a:r>
            <a:r>
              <a:rPr lang="ro-RO" dirty="0" err="1"/>
              <a:t>paths</a:t>
            </a:r>
            <a:r>
              <a:rPr lang="ro-RO" dirty="0"/>
              <a:t> </a:t>
            </a:r>
            <a:r>
              <a:rPr lang="ro-RO" dirty="0" err="1"/>
              <a:t>should</a:t>
            </a:r>
            <a:r>
              <a:rPr lang="ro-RO" dirty="0"/>
              <a:t> </a:t>
            </a:r>
            <a:r>
              <a:rPr lang="ro-RO" dirty="0" err="1"/>
              <a:t>be</a:t>
            </a:r>
            <a:r>
              <a:rPr lang="ro-RO" dirty="0"/>
              <a:t> </a:t>
            </a:r>
            <a:r>
              <a:rPr lang="ro-RO" dirty="0" err="1"/>
              <a:t>matched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actions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02567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46B3B283-9A80-4E3D-827F-CD26705C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Routes</a:t>
            </a:r>
            <a:r>
              <a:rPr lang="ro-RO" dirty="0"/>
              <a:t> </a:t>
            </a:r>
            <a:r>
              <a:rPr lang="ro-RO" dirty="0" err="1"/>
              <a:t>examples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0D387EE7-B7CA-415A-A15C-C2688704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dirty="0">
                <a:latin typeface="Consolas"/>
              </a:rPr>
              <a:t>    /</a:t>
            </a:r>
            <a:r>
              <a:rPr lang="ro-RO" dirty="0" err="1">
                <a:latin typeface="Consolas"/>
              </a:rPr>
              <a:t>Products</a:t>
            </a:r>
            <a:r>
              <a:rPr lang="ro-RO" dirty="0">
                <a:latin typeface="Consolas"/>
              </a:rPr>
              <a:t>/</a:t>
            </a:r>
            <a:r>
              <a:rPr lang="ro-RO" dirty="0" err="1">
                <a:latin typeface="Consolas"/>
              </a:rPr>
              <a:t>Details</a:t>
            </a:r>
            <a:r>
              <a:rPr lang="ro-RO" dirty="0">
                <a:latin typeface="Consolas"/>
              </a:rPr>
              <a:t>/5 URL </a:t>
            </a:r>
            <a:r>
              <a:rPr lang="ro-RO" dirty="0" err="1">
                <a:latin typeface="Consolas"/>
              </a:rPr>
              <a:t>path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will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attempt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to</a:t>
            </a:r>
            <a:r>
              <a:rPr lang="ro-RO" dirty="0">
                <a:latin typeface="Consolas"/>
              </a:rPr>
              <a:t> locate a controller </a:t>
            </a:r>
            <a:r>
              <a:rPr lang="ro-RO" dirty="0" err="1">
                <a:latin typeface="Consolas"/>
              </a:rPr>
              <a:t>named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ProductsController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and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run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the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action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Details</a:t>
            </a:r>
          </a:p>
          <a:p>
            <a:pPr>
              <a:buNone/>
            </a:pPr>
            <a:endParaRPr lang="ro-RO" dirty="0">
              <a:latin typeface="Consolas"/>
            </a:endParaRPr>
          </a:p>
          <a:p>
            <a:pPr>
              <a:buNone/>
            </a:pPr>
            <a:r>
              <a:rPr lang="ro-RO" dirty="0">
                <a:latin typeface="Consolas"/>
              </a:rPr>
              <a:t>public </a:t>
            </a:r>
            <a:r>
              <a:rPr lang="ro-RO" dirty="0" err="1">
                <a:latin typeface="Consolas"/>
              </a:rPr>
              <a:t>class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ProductsController</a:t>
            </a:r>
            <a:r>
              <a:rPr lang="ro-RO" dirty="0">
                <a:latin typeface="Consolas"/>
              </a:rPr>
              <a:t> : Controller </a:t>
            </a:r>
            <a:endParaRPr lang="ro-RO" dirty="0">
              <a:latin typeface="Century Gothic"/>
            </a:endParaRPr>
          </a:p>
          <a:p>
            <a:pPr>
              <a:buNone/>
            </a:pPr>
            <a:r>
              <a:rPr lang="ro-RO" dirty="0">
                <a:latin typeface="Consolas"/>
              </a:rPr>
              <a:t>{ </a:t>
            </a:r>
            <a:endParaRPr lang="ro-RO" dirty="0">
              <a:latin typeface="Century Gothic"/>
            </a:endParaRPr>
          </a:p>
          <a:p>
            <a:pPr>
              <a:buNone/>
            </a:pPr>
            <a:r>
              <a:rPr lang="ro-RO" dirty="0">
                <a:latin typeface="Consolas"/>
              </a:rPr>
              <a:t>   public </a:t>
            </a:r>
            <a:r>
              <a:rPr lang="ro-RO" dirty="0" err="1">
                <a:latin typeface="Consolas"/>
              </a:rPr>
              <a:t>IActionResult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Details</a:t>
            </a:r>
            <a:r>
              <a:rPr lang="ro-RO" dirty="0">
                <a:latin typeface="Consolas"/>
              </a:rPr>
              <a:t>(</a:t>
            </a:r>
            <a:r>
              <a:rPr lang="ro-RO" dirty="0" err="1">
                <a:latin typeface="Consolas"/>
              </a:rPr>
              <a:t>int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id</a:t>
            </a:r>
            <a:r>
              <a:rPr lang="ro-RO" dirty="0">
                <a:latin typeface="Consolas"/>
              </a:rPr>
              <a:t>) {... } </a:t>
            </a:r>
            <a:endParaRPr lang="ro-RO" dirty="0">
              <a:latin typeface="Century Gothic"/>
            </a:endParaRPr>
          </a:p>
          <a:p>
            <a:pPr>
              <a:buNone/>
            </a:pPr>
            <a:r>
              <a:rPr lang="ro-RO" dirty="0">
                <a:latin typeface="Consolas"/>
              </a:rPr>
              <a:t>}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95533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29EA1E04-BF0C-4DCD-9E75-CD69EEDB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Routing</a:t>
            </a:r>
            <a:r>
              <a:rPr lang="ro-RO" dirty="0"/>
              <a:t> </a:t>
            </a:r>
            <a:r>
              <a:rPr lang="ro-RO" dirty="0" err="1"/>
              <a:t>details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83B12309-271F-49A4-ADE9-62F99AF29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718221" cy="3615267"/>
          </a:xfrm>
        </p:spPr>
        <p:txBody>
          <a:bodyPr/>
          <a:lstStyle/>
          <a:p>
            <a:pPr marL="0" indent="0">
              <a:buNone/>
            </a:pPr>
            <a:r>
              <a:rPr lang="ro-RO" dirty="0">
                <a:latin typeface="Consolas"/>
              </a:rPr>
              <a:t>   /</a:t>
            </a:r>
            <a:r>
              <a:rPr lang="ro-RO" dirty="0" err="1">
                <a:latin typeface="Consolas"/>
              </a:rPr>
              <a:t>Books</a:t>
            </a:r>
            <a:r>
              <a:rPr lang="ro-RO" dirty="0">
                <a:latin typeface="Consolas"/>
              </a:rPr>
              <a:t> URL </a:t>
            </a:r>
            <a:r>
              <a:rPr lang="ro-RO" dirty="0" err="1">
                <a:latin typeface="Consolas"/>
              </a:rPr>
              <a:t>path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will</a:t>
            </a:r>
            <a:r>
              <a:rPr lang="ro-RO" dirty="0">
                <a:latin typeface="Consolas"/>
              </a:rPr>
              <a:t> </a:t>
            </a:r>
            <a:r>
              <a:rPr lang="ro-RO" dirty="0" err="1">
                <a:latin typeface="Consolas"/>
              </a:rPr>
              <a:t>attempt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to</a:t>
            </a:r>
            <a:r>
              <a:rPr lang="ro-RO" dirty="0">
                <a:latin typeface="Consolas"/>
              </a:rPr>
              <a:t> locate a controller </a:t>
            </a:r>
            <a:r>
              <a:rPr lang="ro-RO" dirty="0" err="1">
                <a:latin typeface="Consolas"/>
              </a:rPr>
              <a:t>named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BooksController</a:t>
            </a:r>
            <a:r>
              <a:rPr lang="ro-RO" dirty="0">
                <a:latin typeface="Consolas"/>
              </a:rPr>
              <a:t> </a:t>
            </a:r>
            <a:r>
              <a:rPr lang="ro-RO" dirty="0" err="1">
                <a:latin typeface="Consolas"/>
              </a:rPr>
              <a:t>and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run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the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action</a:t>
            </a:r>
            <a:r>
              <a:rPr lang="ro-RO" dirty="0">
                <a:latin typeface="Consolas"/>
              </a:rPr>
              <a:t> Index.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   /</a:t>
            </a:r>
            <a:r>
              <a:rPr lang="ro-RO" dirty="0" err="1">
                <a:latin typeface="Consolas"/>
              </a:rPr>
              <a:t>Books</a:t>
            </a:r>
            <a:r>
              <a:rPr lang="ro-RO" dirty="0">
                <a:latin typeface="Consolas"/>
              </a:rPr>
              <a:t>/</a:t>
            </a:r>
            <a:r>
              <a:rPr lang="ro-RO" dirty="0" err="1">
                <a:latin typeface="Consolas"/>
              </a:rPr>
              <a:t>GetBooksByAuthor?authorName</a:t>
            </a:r>
            <a:r>
              <a:rPr lang="ro-RO" dirty="0">
                <a:latin typeface="Consolas"/>
              </a:rPr>
              <a:t>=Oliver </a:t>
            </a:r>
            <a:r>
              <a:rPr lang="ro-RO" dirty="0" err="1">
                <a:latin typeface="Consolas"/>
              </a:rPr>
              <a:t>will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attempt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to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run</a:t>
            </a:r>
            <a:r>
              <a:rPr lang="ro-RO" dirty="0">
                <a:latin typeface="Consolas"/>
              </a:rPr>
              <a:t> an </a:t>
            </a:r>
            <a:r>
              <a:rPr lang="ro-RO" dirty="0" err="1">
                <a:latin typeface="Consolas"/>
              </a:rPr>
              <a:t>action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named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GetBooksByAuthor</a:t>
            </a:r>
            <a:r>
              <a:rPr lang="ro-RO" dirty="0">
                <a:latin typeface="Consolas"/>
              </a:rPr>
              <a:t> </a:t>
            </a:r>
            <a:r>
              <a:rPr lang="ro-RO" dirty="0" err="1">
                <a:latin typeface="Consolas"/>
              </a:rPr>
              <a:t>containing</a:t>
            </a:r>
            <a:r>
              <a:rPr lang="ro-RO" dirty="0">
                <a:latin typeface="Consolas"/>
              </a:rPr>
              <a:t> a </a:t>
            </a:r>
            <a:r>
              <a:rPr lang="ro-RO" dirty="0" err="1">
                <a:latin typeface="Consolas"/>
              </a:rPr>
              <a:t>parameter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named</a:t>
            </a:r>
            <a:r>
              <a:rPr lang="ro-RO" dirty="0">
                <a:latin typeface="Consolas"/>
              </a:rPr>
              <a:t> </a:t>
            </a:r>
            <a:r>
              <a:rPr lang="ro-RO" dirty="0" err="1">
                <a:latin typeface="Consolas"/>
              </a:rPr>
              <a:t>authorName</a:t>
            </a:r>
            <a:r>
              <a:rPr lang="ro-RO" dirty="0">
                <a:latin typeface="Consolas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   public </a:t>
            </a:r>
            <a:r>
              <a:rPr lang="ro-RO" dirty="0" err="1">
                <a:latin typeface="Consolas"/>
              </a:rPr>
              <a:t>ActionResult</a:t>
            </a:r>
            <a:r>
              <a:rPr lang="ro-RO" dirty="0">
                <a:latin typeface="Consolas"/>
              </a:rPr>
              <a:t> </a:t>
            </a:r>
            <a:r>
              <a:rPr lang="ro-RO" dirty="0" err="1">
                <a:latin typeface="Consolas"/>
              </a:rPr>
              <a:t>GetBooksByAuthor</a:t>
            </a:r>
            <a:r>
              <a:rPr lang="ro-RO" dirty="0">
                <a:latin typeface="Consolas"/>
              </a:rPr>
              <a:t>(</a:t>
            </a:r>
            <a:r>
              <a:rPr lang="ro-RO" dirty="0" err="1">
                <a:latin typeface="Consolas"/>
              </a:rPr>
              <a:t>string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authorName</a:t>
            </a:r>
            <a:r>
              <a:rPr lang="ro-RO" dirty="0">
                <a:latin typeface="Consolas"/>
              </a:rPr>
              <a:t>) {...}</a:t>
            </a:r>
          </a:p>
        </p:txBody>
      </p:sp>
    </p:spTree>
    <p:extLst>
      <p:ext uri="{BB962C8B-B14F-4D97-AF65-F5344CB8AC3E}">
        <p14:creationId xmlns:p14="http://schemas.microsoft.com/office/powerpoint/2010/main" val="4208852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D59E2F89-5BBE-4CD4-8C79-756F8393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Crud - </a:t>
            </a:r>
            <a:r>
              <a:rPr lang="ro-RO" dirty="0" err="1"/>
              <a:t>demo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F18147EF-8924-4C00-BA63-F2462881C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  <a:p>
            <a:pPr>
              <a:buClr>
                <a:srgbClr val="FFFFFF"/>
              </a:buClr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451334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3E553EA9-3EA1-4805-859D-2DB2BD9C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Razor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58E1D93D-C198-4259-932E-D730D8A66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is</a:t>
            </a:r>
            <a:r>
              <a:rPr lang="ro-RO" dirty="0"/>
              <a:t> a </a:t>
            </a:r>
            <a:r>
              <a:rPr lang="ro-RO" dirty="0" err="1"/>
              <a:t>markup</a:t>
            </a:r>
            <a:r>
              <a:rPr lang="ro-RO" dirty="0"/>
              <a:t> </a:t>
            </a:r>
            <a:r>
              <a:rPr lang="ro-RO" dirty="0" err="1"/>
              <a:t>syntax</a:t>
            </a:r>
            <a:r>
              <a:rPr lang="ro-RO" dirty="0"/>
              <a:t> for </a:t>
            </a:r>
            <a:r>
              <a:rPr lang="ro-RO" dirty="0" err="1"/>
              <a:t>embedding</a:t>
            </a:r>
            <a:r>
              <a:rPr lang="ro-RO" dirty="0"/>
              <a:t> service-</a:t>
            </a:r>
            <a:r>
              <a:rPr lang="ro-RO" dirty="0" err="1"/>
              <a:t>based</a:t>
            </a:r>
            <a:r>
              <a:rPr lang="ro-RO" dirty="0"/>
              <a:t> code </a:t>
            </a:r>
            <a:r>
              <a:rPr lang="ro-RO" dirty="0" err="1"/>
              <a:t>into</a:t>
            </a:r>
            <a:r>
              <a:rPr lang="ro-RO" dirty="0"/>
              <a:t> </a:t>
            </a:r>
            <a:r>
              <a:rPr lang="ro-RO" dirty="0" err="1"/>
              <a:t>webpages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dirty="0" err="1"/>
              <a:t>Consists</a:t>
            </a:r>
            <a:r>
              <a:rPr lang="ro-RO" dirty="0"/>
              <a:t> of </a:t>
            </a: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markup</a:t>
            </a:r>
            <a:r>
              <a:rPr lang="ro-RO" dirty="0"/>
              <a:t>, C#, </a:t>
            </a:r>
            <a:r>
              <a:rPr lang="ro-RO" dirty="0" err="1"/>
              <a:t>and</a:t>
            </a:r>
            <a:r>
              <a:rPr lang="ro-RO" dirty="0"/>
              <a:t> HTML.</a:t>
            </a:r>
          </a:p>
          <a:p>
            <a:pPr marL="0" indent="0">
              <a:buNone/>
            </a:pPr>
            <a:r>
              <a:rPr lang="ro-RO" dirty="0" err="1"/>
              <a:t>Files</a:t>
            </a:r>
            <a:r>
              <a:rPr lang="ro-RO" dirty="0"/>
              <a:t> </a:t>
            </a:r>
            <a:r>
              <a:rPr lang="ro-RO" dirty="0" err="1"/>
              <a:t>containing</a:t>
            </a:r>
            <a:r>
              <a:rPr lang="ro-RO" dirty="0"/>
              <a:t> </a:t>
            </a: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generally</a:t>
            </a:r>
            <a:r>
              <a:rPr lang="ro-RO" dirty="0"/>
              <a:t> </a:t>
            </a:r>
            <a:r>
              <a:rPr lang="ro-RO" dirty="0" err="1"/>
              <a:t>have</a:t>
            </a:r>
            <a:r>
              <a:rPr lang="ro-RO" dirty="0"/>
              <a:t> a .</a:t>
            </a:r>
            <a:r>
              <a:rPr lang="ro-RO" dirty="0" err="1"/>
              <a:t>cshtml</a:t>
            </a:r>
            <a:r>
              <a:rPr lang="ro-RO" dirty="0"/>
              <a:t> file </a:t>
            </a:r>
            <a:r>
              <a:rPr lang="ro-RO" dirty="0" err="1"/>
              <a:t>extension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2595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65E75E9A-9053-491B-B32F-F6111886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Razor</a:t>
            </a:r>
            <a:r>
              <a:rPr lang="ro-RO" dirty="0"/>
              <a:t> code </a:t>
            </a:r>
            <a:r>
              <a:rPr lang="ro-RO" dirty="0" err="1"/>
              <a:t>blocks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B3A6238B-2907-428E-855B-A780832BE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77" y="209550"/>
            <a:ext cx="9582149" cy="477187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o-RO" dirty="0">
                <a:latin typeface="Consolas"/>
              </a:rPr>
              <a:t>@{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    var 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 = "The </a:t>
            </a:r>
            <a:r>
              <a:rPr lang="ro-RO" dirty="0" err="1">
                <a:latin typeface="Consolas"/>
              </a:rPr>
              <a:t>future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depends</a:t>
            </a:r>
            <a:r>
              <a:rPr lang="ro-RO" dirty="0">
                <a:latin typeface="Consolas"/>
              </a:rPr>
              <a:t> on </a:t>
            </a:r>
            <a:r>
              <a:rPr lang="ro-RO" dirty="0" err="1">
                <a:latin typeface="Consolas"/>
              </a:rPr>
              <a:t>what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you</a:t>
            </a:r>
            <a:r>
              <a:rPr lang="ro-RO" dirty="0">
                <a:latin typeface="Consolas"/>
              </a:rPr>
              <a:t> do </a:t>
            </a:r>
            <a:r>
              <a:rPr lang="ro-RO" dirty="0" err="1">
                <a:latin typeface="Consolas"/>
              </a:rPr>
              <a:t>today</a:t>
            </a:r>
            <a:r>
              <a:rPr lang="ro-RO" dirty="0">
                <a:latin typeface="Consolas"/>
              </a:rPr>
              <a:t>";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&lt;p&gt;@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&lt;/p&gt;</a:t>
            </a:r>
          </a:p>
          <a:p>
            <a:pPr marL="0" indent="0">
              <a:buNone/>
            </a:pPr>
            <a:endParaRPr lang="ro-RO" dirty="0">
              <a:latin typeface="Consolas"/>
            </a:endParaRPr>
          </a:p>
          <a:p>
            <a:pPr marL="0" indent="0">
              <a:buNone/>
            </a:pPr>
            <a:r>
              <a:rPr lang="ro-RO" dirty="0">
                <a:latin typeface="Consolas"/>
              </a:rPr>
              <a:t>@{</a:t>
            </a:r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ro-RO" dirty="0">
                <a:latin typeface="Consolas"/>
              </a:rPr>
              <a:t>    var 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 = "</a:t>
            </a:r>
            <a:r>
              <a:rPr lang="ro-RO" dirty="0" err="1">
                <a:latin typeface="Consolas"/>
              </a:rPr>
              <a:t>Hate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cannot</a:t>
            </a:r>
            <a:r>
              <a:rPr lang="ro-RO" dirty="0">
                <a:latin typeface="Consolas"/>
              </a:rPr>
              <a:t> drive out </a:t>
            </a:r>
            <a:r>
              <a:rPr lang="ro-RO" dirty="0" err="1">
                <a:latin typeface="Consolas"/>
              </a:rPr>
              <a:t>hate</a:t>
            </a:r>
            <a:r>
              <a:rPr lang="ro-RO" dirty="0">
                <a:latin typeface="Consolas"/>
              </a:rPr>
              <a:t>, </a:t>
            </a:r>
            <a:r>
              <a:rPr lang="ro-RO" dirty="0" err="1">
                <a:latin typeface="Consolas"/>
              </a:rPr>
              <a:t>only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love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can</a:t>
            </a:r>
            <a:r>
              <a:rPr lang="ro-RO" dirty="0">
                <a:latin typeface="Consolas"/>
              </a:rPr>
              <a:t> do </a:t>
            </a:r>
            <a:r>
              <a:rPr lang="ro-RO" dirty="0" err="1">
                <a:latin typeface="Consolas"/>
              </a:rPr>
              <a:t>that</a:t>
            </a:r>
            <a:r>
              <a:rPr lang="ro-RO" dirty="0">
                <a:latin typeface="Consolas"/>
              </a:rPr>
              <a:t>.";</a:t>
            </a:r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ro-RO" dirty="0">
                <a:latin typeface="Consolas"/>
              </a:rPr>
              <a:t>}</a:t>
            </a:r>
          </a:p>
          <a:p>
            <a:pPr>
              <a:buNone/>
            </a:pPr>
            <a:r>
              <a:rPr lang="ro-RO" dirty="0">
                <a:latin typeface="Consolas"/>
              </a:rPr>
              <a:t>&lt;p&gt;@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&lt;/p&gt;</a:t>
            </a:r>
            <a:endParaRPr lang="ro-RO" dirty="0"/>
          </a:p>
          <a:p>
            <a:pPr>
              <a:buNone/>
            </a:pPr>
            <a:endParaRPr lang="ro-RO" dirty="0">
              <a:latin typeface="Consolas"/>
            </a:endParaRPr>
          </a:p>
          <a:p>
            <a:pPr>
              <a:buNone/>
            </a:pPr>
            <a:r>
              <a:rPr lang="ro-RO" dirty="0">
                <a:latin typeface="Century Gothic"/>
              </a:rPr>
              <a:t>--&gt; </a:t>
            </a:r>
            <a:r>
              <a:rPr lang="ro-RO" dirty="0" err="1">
                <a:latin typeface="Century Gothic"/>
              </a:rPr>
              <a:t>Renders</a:t>
            </a:r>
            <a:r>
              <a:rPr lang="ro-RO" dirty="0">
                <a:latin typeface="Century Gothic"/>
              </a:rPr>
              <a:t>:</a:t>
            </a:r>
            <a:endParaRPr lang="ro-RO" dirty="0">
              <a:latin typeface="Consolas"/>
            </a:endParaRPr>
          </a:p>
          <a:p>
            <a:pPr>
              <a:buNone/>
            </a:pPr>
            <a:r>
              <a:rPr lang="ro-RO" dirty="0">
                <a:latin typeface="Century Gothic"/>
              </a:rPr>
              <a:t>&lt;p&gt;The </a:t>
            </a:r>
            <a:r>
              <a:rPr lang="ro-RO" dirty="0" err="1">
                <a:latin typeface="Century Gothic"/>
              </a:rPr>
              <a:t>future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depends</a:t>
            </a:r>
            <a:r>
              <a:rPr lang="ro-RO" dirty="0">
                <a:latin typeface="Century Gothic"/>
              </a:rPr>
              <a:t> on </a:t>
            </a:r>
            <a:r>
              <a:rPr lang="ro-RO" dirty="0" err="1">
                <a:latin typeface="Century Gothic"/>
              </a:rPr>
              <a:t>what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you</a:t>
            </a:r>
            <a:r>
              <a:rPr lang="ro-RO" dirty="0">
                <a:latin typeface="Century Gothic"/>
              </a:rPr>
              <a:t> do </a:t>
            </a:r>
            <a:r>
              <a:rPr lang="ro-RO" dirty="0" err="1">
                <a:latin typeface="Century Gothic"/>
              </a:rPr>
              <a:t>today</a:t>
            </a:r>
            <a:r>
              <a:rPr lang="ro-RO" dirty="0">
                <a:latin typeface="Century Gothic"/>
              </a:rPr>
              <a:t>.&lt;/p&gt; </a:t>
            </a:r>
          </a:p>
          <a:p>
            <a:pPr>
              <a:buNone/>
            </a:pPr>
            <a:r>
              <a:rPr lang="ro-RO" dirty="0">
                <a:latin typeface="Century Gothic"/>
              </a:rPr>
              <a:t>&lt;p&gt;</a:t>
            </a:r>
            <a:r>
              <a:rPr lang="ro-RO" dirty="0" err="1">
                <a:latin typeface="Century Gothic"/>
              </a:rPr>
              <a:t>Hate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cannot</a:t>
            </a:r>
            <a:r>
              <a:rPr lang="ro-RO" dirty="0">
                <a:latin typeface="Century Gothic"/>
              </a:rPr>
              <a:t> drive out </a:t>
            </a:r>
            <a:r>
              <a:rPr lang="ro-RO" dirty="0" err="1">
                <a:latin typeface="Century Gothic"/>
              </a:rPr>
              <a:t>hate</a:t>
            </a:r>
            <a:r>
              <a:rPr lang="ro-RO" dirty="0">
                <a:latin typeface="Century Gothic"/>
              </a:rPr>
              <a:t>, </a:t>
            </a:r>
            <a:r>
              <a:rPr lang="ro-RO" dirty="0" err="1">
                <a:latin typeface="Century Gothic"/>
              </a:rPr>
              <a:t>only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love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can</a:t>
            </a:r>
            <a:r>
              <a:rPr lang="ro-RO" dirty="0">
                <a:latin typeface="Century Gothic"/>
              </a:rPr>
              <a:t> do </a:t>
            </a:r>
            <a:r>
              <a:rPr lang="ro-RO" dirty="0" err="1">
                <a:latin typeface="Century Gothic"/>
              </a:rPr>
              <a:t>that</a:t>
            </a:r>
            <a:r>
              <a:rPr lang="ro-RO" dirty="0">
                <a:latin typeface="Century Gothic"/>
              </a:rPr>
              <a:t>. &lt;/p&gt;</a:t>
            </a:r>
            <a:endParaRPr lang="ro-RO" dirty="0"/>
          </a:p>
          <a:p>
            <a:pPr marL="0" indent="0">
              <a:buNone/>
            </a:pPr>
            <a:endParaRPr lang="ro-RO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082294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1F13E285-9091-4507-967A-E59DEDA8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1" smtClean="0"/>
              <a:t>Razor can do more</a:t>
            </a:r>
            <a:endParaRPr lang="ro-RO" noProof="1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C7D1AE5D-9C84-4E40-BE6E-7537D568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noProof="1" smtClean="0"/>
              <a:t>Looping @for, @foreach, @while, and @do while</a:t>
            </a:r>
          </a:p>
          <a:p>
            <a:pPr>
              <a:buClr>
                <a:srgbClr val="FFFFFF"/>
              </a:buClr>
            </a:pPr>
            <a:r>
              <a:rPr lang="ro-RO" noProof="1" smtClean="0"/>
              <a:t>Conditionals @if, else if, else, and @switch</a:t>
            </a:r>
          </a:p>
          <a:p>
            <a:pPr>
              <a:buClr>
                <a:srgbClr val="FFFFFF"/>
              </a:buClr>
            </a:pPr>
            <a:r>
              <a:rPr lang="ro-RO" noProof="1" smtClean="0"/>
              <a:t>@try, catch, finally</a:t>
            </a:r>
          </a:p>
          <a:p>
            <a:pPr>
              <a:buClr>
                <a:srgbClr val="FFFFFF"/>
              </a:buClr>
            </a:pPr>
            <a:r>
              <a:rPr lang="ro-RO" noProof="1" smtClean="0"/>
              <a:t>@using directive</a:t>
            </a:r>
          </a:p>
          <a:p>
            <a:pPr>
              <a:buClr>
                <a:srgbClr val="FFFFFF"/>
              </a:buClr>
            </a:pPr>
            <a:r>
              <a:rPr lang="ro-RO" noProof="1" smtClean="0"/>
              <a:t>@model LoginViewModel (model passed to a view)</a:t>
            </a:r>
            <a:endParaRPr lang="ro-RO" noProof="1"/>
          </a:p>
        </p:txBody>
      </p:sp>
    </p:spTree>
    <p:extLst>
      <p:ext uri="{BB962C8B-B14F-4D97-AF65-F5344CB8AC3E}">
        <p14:creationId xmlns:p14="http://schemas.microsoft.com/office/powerpoint/2010/main" val="3303571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78F6DC44-CE84-42DF-96B2-8BCE4253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When</a:t>
            </a:r>
            <a:r>
              <a:rPr lang="ro-RO" dirty="0"/>
              <a:t> </a:t>
            </a:r>
            <a:r>
              <a:rPr lang="ro-RO" dirty="0" err="1"/>
              <a:t>should</a:t>
            </a:r>
            <a:r>
              <a:rPr lang="ro-RO" dirty="0"/>
              <a:t> i </a:t>
            </a:r>
            <a:r>
              <a:rPr lang="ro-RO" dirty="0" err="1"/>
              <a:t>rebuild</a:t>
            </a:r>
            <a:r>
              <a:rPr lang="ro-RO" dirty="0"/>
              <a:t>?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9A46AE05-BA26-4FE3-ABA2-36079D65D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err="1"/>
              <a:t>Rebuild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project</a:t>
            </a:r>
            <a:r>
              <a:rPr lang="ro-RO" dirty="0"/>
              <a:t> </a:t>
            </a:r>
            <a:r>
              <a:rPr lang="ro-RO" dirty="0" err="1"/>
              <a:t>if</a:t>
            </a:r>
            <a:r>
              <a:rPr lang="ro-RO" dirty="0"/>
              <a:t> </a:t>
            </a:r>
            <a:r>
              <a:rPr lang="ro-RO" dirty="0" err="1"/>
              <a:t>you</a:t>
            </a:r>
            <a:r>
              <a:rPr lang="ro-RO" dirty="0"/>
              <a:t> </a:t>
            </a:r>
            <a:r>
              <a:rPr lang="ro-RO" dirty="0" err="1"/>
              <a:t>modify</a:t>
            </a:r>
            <a:r>
              <a:rPr lang="ro-RO" dirty="0"/>
              <a:t> .</a:t>
            </a:r>
            <a:r>
              <a:rPr lang="ro-RO" dirty="0" err="1"/>
              <a:t>cs</a:t>
            </a:r>
            <a:r>
              <a:rPr lang="ro-RO" dirty="0"/>
              <a:t> </a:t>
            </a:r>
            <a:r>
              <a:rPr lang="ro-RO" dirty="0" err="1"/>
              <a:t>files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dirty="0" err="1"/>
              <a:t>Rebuilding</a:t>
            </a:r>
            <a:r>
              <a:rPr lang="ro-RO" dirty="0"/>
              <a:t> </a:t>
            </a:r>
            <a:r>
              <a:rPr lang="ro-RO" dirty="0" err="1"/>
              <a:t>is</a:t>
            </a:r>
            <a:r>
              <a:rPr lang="ro-RO" dirty="0"/>
              <a:t> NOT </a:t>
            </a:r>
            <a:r>
              <a:rPr lang="ro-RO" dirty="0" err="1"/>
              <a:t>necessary</a:t>
            </a:r>
            <a:r>
              <a:rPr lang="ro-RO" dirty="0"/>
              <a:t> </a:t>
            </a:r>
            <a:r>
              <a:rPr lang="ro-RO" dirty="0" err="1"/>
              <a:t>when</a:t>
            </a:r>
            <a:r>
              <a:rPr lang="ro-RO" dirty="0"/>
              <a:t> </a:t>
            </a:r>
            <a:r>
              <a:rPr lang="ro-RO" dirty="0" err="1"/>
              <a:t>modifying</a:t>
            </a:r>
            <a:r>
              <a:rPr lang="ro-RO" dirty="0"/>
              <a:t> </a:t>
            </a: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files</a:t>
            </a:r>
            <a:r>
              <a:rPr lang="ro-RO" dirty="0"/>
              <a:t> (.</a:t>
            </a:r>
            <a:r>
              <a:rPr lang="ro-RO" dirty="0" err="1"/>
              <a:t>cshtml</a:t>
            </a:r>
            <a:r>
              <a:rPr lang="ro-RO" dirty="0"/>
              <a:t>), CSS, HTML, JS.</a:t>
            </a:r>
          </a:p>
        </p:txBody>
      </p:sp>
    </p:spTree>
    <p:extLst>
      <p:ext uri="{BB962C8B-B14F-4D97-AF65-F5344CB8AC3E}">
        <p14:creationId xmlns:p14="http://schemas.microsoft.com/office/powerpoint/2010/main" val="39087006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3FCAD992-833B-4734-A8B7-EBBA5EE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It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not</a:t>
            </a:r>
            <a:r>
              <a:rPr lang="ro-RO" dirty="0"/>
              <a:t> </a:t>
            </a:r>
            <a:r>
              <a:rPr lang="ro-RO" dirty="0" err="1"/>
              <a:t>that</a:t>
            </a:r>
            <a:r>
              <a:rPr lang="ro-RO" dirty="0"/>
              <a:t> simple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24763FDE-98B7-4790-97BB-B589D8C45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  <a:p>
            <a:pPr>
              <a:buClr>
                <a:srgbClr val="FFFFFF"/>
              </a:buClr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73989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FE6E19-C338-46B9-8143-DF9E437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C66A0F25-3AC1-42D3-AB5A-79EBEEE7E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211" y="685800"/>
            <a:ext cx="6271401" cy="40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13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06F284-66AE-47B9-B197-DA1D8F2B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1557A0-1249-4779-90B0-9C2A32E3B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10481733" cy="357293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noProof="1" smtClean="0">
                <a:latin typeface="Consolas"/>
              </a:rPr>
              <a:t>      app.Use(async (context, next) =&gt;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 {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 Console.WriteLine("Someone wants something from: " + context.Request.Path);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 if (context.Request.Path.ToString().ToLower().Contains("admin"))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 {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   await context.Response.WriteAsync("Nope.");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   return;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 }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   await next.Invoke();</a:t>
            </a:r>
          </a:p>
          <a:p>
            <a:pPr>
              <a:buNone/>
            </a:pPr>
            <a:r>
              <a:rPr lang="en-US" noProof="1" smtClean="0">
                <a:latin typeface="Consolas"/>
              </a:rPr>
              <a:t>      });</a:t>
            </a:r>
            <a:endParaRPr lang="en-US" noProof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32204784"/>
      </p:ext>
    </p:extLst>
  </p:cSld>
  <p:clrMapOvr>
    <a:masterClrMapping/>
  </p:clrMapOvr>
</p:sld>
</file>

<file path=ppt/theme/theme1.xml><?xml version="1.0" encoding="utf-8"?>
<a:theme xmlns:a="http://schemas.openxmlformats.org/drawingml/2006/main" name="2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1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3454</TotalTime>
  <Words>866</Words>
  <Application>Microsoft Office PowerPoint</Application>
  <PresentationFormat>Widescreen</PresentationFormat>
  <Paragraphs>200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Calibri</vt:lpstr>
      <vt:lpstr>Century Gothic</vt:lpstr>
      <vt:lpstr>Consolas</vt:lpstr>
      <vt:lpstr>Wingdings 3</vt:lpstr>
      <vt:lpstr>2_Sector</vt:lpstr>
      <vt:lpstr>1_Sector</vt:lpstr>
      <vt:lpstr>ASP.NET Core, PEEk into the future </vt:lpstr>
      <vt:lpstr>Guest(S)</vt:lpstr>
      <vt:lpstr>How was that homework?</vt:lpstr>
      <vt:lpstr>Short recap</vt:lpstr>
      <vt:lpstr>N-Layer Architecture</vt:lpstr>
      <vt:lpstr>Create a Database using existing classes</vt:lpstr>
      <vt:lpstr>A repository does CRUD operations</vt:lpstr>
      <vt:lpstr>What those letters mean?</vt:lpstr>
      <vt:lpstr>DI Lifestyles</vt:lpstr>
      <vt:lpstr>Dependency injection talk and example</vt:lpstr>
      <vt:lpstr>Service Layer</vt:lpstr>
      <vt:lpstr>Let’s create a Service LAyer</vt:lpstr>
      <vt:lpstr>BookService</vt:lpstr>
      <vt:lpstr>ASP.NET Core, FINALLY PEEking into the future </vt:lpstr>
      <vt:lpstr>What is asp.net core</vt:lpstr>
      <vt:lpstr>WHY?</vt:lpstr>
      <vt:lpstr>WHAT IS HTTP?</vt:lpstr>
      <vt:lpstr>More on HTTP</vt:lpstr>
      <vt:lpstr>Most used http requests</vt:lpstr>
      <vt:lpstr>Query string</vt:lpstr>
      <vt:lpstr>The get method</vt:lpstr>
      <vt:lpstr>The post method</vt:lpstr>
      <vt:lpstr>GET VS. POST</vt:lpstr>
      <vt:lpstr>What is ASP.net core mvc?</vt:lpstr>
      <vt:lpstr>MVC representATION</vt:lpstr>
      <vt:lpstr>How does an mVC Work?</vt:lpstr>
      <vt:lpstr>ASP.net core mvc features</vt:lpstr>
      <vt:lpstr>Create new project</vt:lpstr>
      <vt:lpstr>Create new project</vt:lpstr>
      <vt:lpstr>structure</vt:lpstr>
      <vt:lpstr>Application entry point</vt:lpstr>
      <vt:lpstr>Startup class</vt:lpstr>
      <vt:lpstr>Just run it</vt:lpstr>
      <vt:lpstr>What runs inside that console?</vt:lpstr>
      <vt:lpstr>kestrel</vt:lpstr>
      <vt:lpstr>kestrel</vt:lpstr>
      <vt:lpstr>Some stories about kestrel</vt:lpstr>
      <vt:lpstr>Controllers</vt:lpstr>
      <vt:lpstr>Routing</vt:lpstr>
      <vt:lpstr>Why we are seeing this?</vt:lpstr>
      <vt:lpstr>Routes examples</vt:lpstr>
      <vt:lpstr>Routing details</vt:lpstr>
      <vt:lpstr>Crud - demo</vt:lpstr>
      <vt:lpstr>Razor</vt:lpstr>
      <vt:lpstr>Razor code blocks</vt:lpstr>
      <vt:lpstr>Razor can do more</vt:lpstr>
      <vt:lpstr>When should i rebuild?</vt:lpstr>
      <vt:lpstr>It is not that simple</vt:lpstr>
      <vt:lpstr>middleware</vt:lpstr>
      <vt:lpstr>Simple middleware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/>
  <cp:lastModifiedBy>Daniel Moniry-Abyaneh</cp:lastModifiedBy>
  <cp:revision>187</cp:revision>
  <dcterms:created xsi:type="dcterms:W3CDTF">2012-08-15T22:34:51Z</dcterms:created>
  <dcterms:modified xsi:type="dcterms:W3CDTF">2018-03-30T22:24:21Z</dcterms:modified>
</cp:coreProperties>
</file>